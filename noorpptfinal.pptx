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65" r:id="rId2"/>
    <p:sldId id="266" r:id="rId3"/>
    <p:sldId id="267" r:id="rId4"/>
    <p:sldId id="284" r:id="rId5"/>
    <p:sldId id="268" r:id="rId6"/>
    <p:sldId id="270" r:id="rId7"/>
    <p:sldId id="271" r:id="rId8"/>
    <p:sldId id="272" r:id="rId9"/>
    <p:sldId id="291" r:id="rId10"/>
    <p:sldId id="288" r:id="rId11"/>
    <p:sldId id="292" r:id="rId12"/>
    <p:sldId id="294" r:id="rId13"/>
    <p:sldId id="295" r:id="rId14"/>
    <p:sldId id="296" r:id="rId15"/>
    <p:sldId id="289" r:id="rId16"/>
    <p:sldId id="297" r:id="rId17"/>
    <p:sldId id="299" r:id="rId18"/>
    <p:sldId id="300" r:id="rId19"/>
    <p:sldId id="301" r:id="rId20"/>
    <p:sldId id="298" r:id="rId21"/>
    <p:sldId id="302" r:id="rId22"/>
    <p:sldId id="304" r:id="rId23"/>
    <p:sldId id="303" r:id="rId24"/>
    <p:sldId id="290" r:id="rId25"/>
    <p:sldId id="282" r:id="rId26"/>
    <p:sldId id="305" r:id="rId27"/>
    <p:sldId id="278" r:id="rId28"/>
    <p:sldId id="279" r:id="rId29"/>
    <p:sldId id="280" r:id="rId30"/>
    <p:sldId id="281" r:id="rId31"/>
    <p:sldId id="287" r:id="rId32"/>
    <p:sldId id="283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30A17"/>
    <a:srgbClr val="080F1C"/>
    <a:srgbClr val="4E9DBA"/>
    <a:srgbClr val="030F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26" Type="http://schemas.openxmlformats.org/officeDocument/2006/relationships/slide" Target="slides/slide25.xml" /><Relationship Id="rId3" Type="http://schemas.openxmlformats.org/officeDocument/2006/relationships/slide" Target="slides/slide2.xml" /><Relationship Id="rId21" Type="http://schemas.openxmlformats.org/officeDocument/2006/relationships/slide" Target="slides/slide20.xml" /><Relationship Id="rId34" Type="http://schemas.openxmlformats.org/officeDocument/2006/relationships/presProps" Target="presProps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5" Type="http://schemas.openxmlformats.org/officeDocument/2006/relationships/slide" Target="slides/slide24.xml" /><Relationship Id="rId33" Type="http://schemas.openxmlformats.org/officeDocument/2006/relationships/slide" Target="slides/slide32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slide" Target="slides/slide19.xml" /><Relationship Id="rId29" Type="http://schemas.openxmlformats.org/officeDocument/2006/relationships/slide" Target="slides/slide28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slide" Target="slides/slide23.xml" /><Relationship Id="rId32" Type="http://schemas.openxmlformats.org/officeDocument/2006/relationships/slide" Target="slides/slide31.xml" /><Relationship Id="rId37" Type="http://schemas.openxmlformats.org/officeDocument/2006/relationships/tableStyles" Target="tableStyles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slide" Target="slides/slide22.xml" /><Relationship Id="rId28" Type="http://schemas.openxmlformats.org/officeDocument/2006/relationships/slide" Target="slides/slide27.xml" /><Relationship Id="rId36" Type="http://schemas.openxmlformats.org/officeDocument/2006/relationships/theme" Target="theme/theme1.xml" /><Relationship Id="rId10" Type="http://schemas.openxmlformats.org/officeDocument/2006/relationships/slide" Target="slides/slide9.xml" /><Relationship Id="rId19" Type="http://schemas.openxmlformats.org/officeDocument/2006/relationships/slide" Target="slides/slide18.xml" /><Relationship Id="rId31" Type="http://schemas.openxmlformats.org/officeDocument/2006/relationships/slide" Target="slides/slide30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slide" Target="slides/slide21.xml" /><Relationship Id="rId27" Type="http://schemas.openxmlformats.org/officeDocument/2006/relationships/slide" Target="slides/slide26.xml" /><Relationship Id="rId30" Type="http://schemas.openxmlformats.org/officeDocument/2006/relationships/slide" Target="slides/slide29.xml" /><Relationship Id="rId35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 /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 /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 /><Relationship Id="rId2" Type="http://schemas.openxmlformats.org/officeDocument/2006/relationships/image" Target="../media/image5.jpeg" /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 /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 /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 /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 /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 /><Relationship Id="rId1" Type="http://schemas.openxmlformats.org/officeDocument/2006/relationships/slideMaster" Target="../slideMasters/slideMaster1.xml" 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 /><Relationship Id="rId1" Type="http://schemas.openxmlformats.org/officeDocument/2006/relationships/slideMaster" Target="../slideMasters/slideMaster1.xml" 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 /><Relationship Id="rId1" Type="http://schemas.openxmlformats.org/officeDocument/2006/relationships/slideMaster" Target="../slideMasters/slideMaster1.xml" 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 /><Relationship Id="rId1" Type="http://schemas.openxmlformats.org/officeDocument/2006/relationships/slideMaster" Target="../slideMasters/slideMaster1.xml" 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 /><Relationship Id="rId1" Type="http://schemas.openxmlformats.org/officeDocument/2006/relationships/slideMaster" Target="../slideMasters/slideMaster1.xml" 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 /><Relationship Id="rId1" Type="http://schemas.openxmlformats.org/officeDocument/2006/relationships/slideMaster" Target="../slideMasters/slideMaster1.xml" 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 /><Relationship Id="rId1" Type="http://schemas.openxmlformats.org/officeDocument/2006/relationships/slideMaster" Target="../slideMasters/slideMaster1.xml" 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Master" Target="../slideMasters/slideMaster1.xml" 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 /><Relationship Id="rId1" Type="http://schemas.openxmlformats.org/officeDocument/2006/relationships/slideMaster" Target="../slideMasters/slideMaster1.xml" 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Master" Target="../slideMasters/slideMaster1.xml" 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 /><Relationship Id="rId1" Type="http://schemas.openxmlformats.org/officeDocument/2006/relationships/slideMaster" Target="../slideMasters/slideMaster1.xml" 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 /><Relationship Id="rId1" Type="http://schemas.openxmlformats.org/officeDocument/2006/relationships/slideMaster" Target="../slideMasters/slideMaster1.xml" 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C8E832A1-AE20-595C-6C6A-C6CAD6D722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59" t="1529" r="16895" b="27442"/>
          <a:stretch>
            <a:fillRect/>
          </a:stretch>
        </p:blipFill>
        <p:spPr>
          <a:xfrm flipH="1">
            <a:off x="-27432" y="0"/>
            <a:ext cx="12219432" cy="68657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5259" y="1820486"/>
            <a:ext cx="4800600" cy="2762187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8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95260" y="4714821"/>
            <a:ext cx="3830874" cy="149661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5259" y="219456"/>
            <a:ext cx="2703777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
              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35440" y="219456"/>
            <a:ext cx="149536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359139-99F8-4B6E-8834-95F2B9D91EE4}" type="datetimeFigureOut">
              <a:rPr lang="en-US" dirty="0"/>
              <a:pPr/>
              <a:t>10/24/2026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6113457"/>
      </p:ext>
    </p:extLst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17452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4BE14B8-5058-4271-B378-2217DE83796E}" type="datetimeFigureOut">
              <a:rPr lang="en-US" dirty="0"/>
              <a:pPr/>
              <a:t>10/24/2026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45236370"/>
      </p:ext>
    </p:extLst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6AC85073-6D22-76C5-C752-C565E9FBCC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6" t="10520" r="14652" b="11508"/>
          <a:stretch>
            <a:fillRect/>
          </a:stretch>
        </p:blipFill>
        <p:spPr>
          <a:xfrm flipH="1">
            <a:off x="-2" y="11899"/>
            <a:ext cx="12192001" cy="6865715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BF6CFC71-0CC0-F6AB-06FD-5F2DE2587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459253"/>
            <a:ext cx="5658468" cy="2691359"/>
          </a:xfrm>
        </p:spPr>
        <p:txBody>
          <a:bodyPr/>
          <a:lstStyle>
            <a:lvl1pPr>
              <a:defRPr sz="4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41932924-E87B-08A2-5EE3-BBA69699E2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62264" y="516600"/>
            <a:ext cx="2593814" cy="162788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2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62265" y="219456"/>
            <a:ext cx="2504049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63200" y="219456"/>
            <a:ext cx="1146383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79FB602-DB7A-4B0E-854D-FB51F38BB0AA}" type="datetimeFigureOut">
              <a:rPr lang="en-US" dirty="0"/>
              <a:pPr/>
              <a:t>10/24/2026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735734"/>
      </p:ext>
    </p:extLst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0"/>
            <a:ext cx="12188952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tIns="365760" anchor="t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7EB34FF5-770C-AA64-B806-5D6DED711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463843"/>
            <a:ext cx="12188952" cy="2394157"/>
          </a:xfrm>
          <a:gradFill>
            <a:gsLst>
              <a:gs pos="31000">
                <a:srgbClr val="000000">
                  <a:alpha val="30000"/>
                </a:srgbClr>
              </a:gs>
              <a:gs pos="87000">
                <a:srgbClr val="000000">
                  <a:alpha val="60000"/>
                </a:srgbClr>
              </a:gs>
              <a:gs pos="0">
                <a:srgbClr val="000000">
                  <a:alpha val="0"/>
                </a:srgbClr>
              </a:gs>
            </a:gsLst>
            <a:lin ang="5400000" scaled="0"/>
          </a:gradFill>
        </p:spPr>
        <p:txBody>
          <a:bodyPr lIns="502920" tIns="0" rIns="5029200" bIns="365760" anchor="b"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49132BB0-A42B-7355-8046-F22B2344C6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01099" y="4463843"/>
            <a:ext cx="3387853" cy="2394157"/>
          </a:xfrm>
        </p:spPr>
        <p:txBody>
          <a:bodyPr vert="horz" lIns="137160" tIns="365760" rIns="0" bIns="457200" rtlCol="0" anchor="b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37656" y="219456"/>
            <a:ext cx="2740616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8866095" y="219456"/>
            <a:ext cx="1957990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560963-1EEA-4BDE-8FF9-3FEE13B5D43C}" type="datetimeFigureOut">
              <a:rPr lang="en-US" dirty="0"/>
              <a:pPr/>
              <a:t>10/24/2026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62195" y="219456"/>
            <a:ext cx="448805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E0677F5-4A8A-4BF1-96BE-3BAE8FBAFE2E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040390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6F838A51-B977-1664-089F-3B2250DFEF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8117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9980" y="4311805"/>
            <a:ext cx="8585337" cy="2368300"/>
          </a:xfrm>
        </p:spPr>
        <p:txBody>
          <a:bodyPr anchor="b">
            <a:normAutofit/>
          </a:bodyPr>
          <a:lstStyle>
            <a:lvl1pPr>
              <a:defRPr sz="69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65617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9456"/>
            <a:ext cx="19132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1006E0F-42A5-451E-8A36-26756F7C34E0}" type="datetimeFigureOut">
              <a:rPr lang="en-US" dirty="0"/>
              <a:pPr/>
              <a:t>10/24/2026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8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185786"/>
      </p:ext>
    </p:extLst>
  </p:cSld>
  <p:clrMapOvr>
    <a:masterClrMapping/>
  </p:clrMapOvr>
  <p:transition spd="slow"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D09BF41B-6D10-9A6E-03E4-5E7320A61D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2"/>
            <a:ext cx="12192000" cy="28690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68" y="2138776"/>
            <a:ext cx="6433266" cy="1962149"/>
          </a:xfrm>
        </p:spPr>
        <p:txBody>
          <a:bodyPr anchor="t">
            <a:normAutofit/>
          </a:bodyPr>
          <a:lstStyle>
            <a:lvl1pPr>
              <a:defRPr sz="88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
              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53300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2922ABD-C052-4D3A-818B-C58AFC20B321}" type="datetimeFigureOut">
              <a:rPr lang="en-US" dirty="0"/>
              <a:pPr/>
              <a:t>10/24/2026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53301" y="2138776"/>
            <a:ext cx="3718420" cy="4109624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70911732"/>
      </p:ext>
    </p:extLst>
  </p:cSld>
  <p:clrMapOvr>
    <a:masterClrMapping/>
  </p:clrMapOvr>
  <p:transition spd="slow"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red and yellow light&#10;&#10;AI-generated content may be incorrect.">
            <a:extLst>
              <a:ext uri="{FF2B5EF4-FFF2-40B4-BE49-F238E27FC236}">
                <a16:creationId xmlns:a16="http://schemas.microsoft.com/office/drawing/2014/main" id="{BD349A90-08FB-AFC0-8649-56404DF7B8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109"/>
          <a:stretch>
            <a:fillRect/>
          </a:stretch>
        </p:blipFill>
        <p:spPr>
          <a:xfrm rot="10800000" flipH="1">
            <a:off x="-9982" y="2555751"/>
            <a:ext cx="12192000" cy="43439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852" y="3481713"/>
            <a:ext cx="5496426" cy="2092272"/>
          </a:xfrm>
        </p:spPr>
        <p:txBody>
          <a:bodyPr anchor="t">
            <a:normAutofit/>
          </a:bodyPr>
          <a:lstStyle>
            <a:lvl1pPr>
              <a:defRPr sz="7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43EA2DD-B019-E3AA-ACB7-13CC3353E8D4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0" y="0"/>
            <a:ext cx="12192000" cy="2555751"/>
          </a:xfrm>
          <a:blipFill>
            <a:blip r:embed="rId3">
              <a:alphaModFix amt="65000"/>
            </a:blip>
            <a:stretch>
              <a:fillRect/>
            </a:stretch>
          </a:blipFill>
        </p:spPr>
        <p:txBody>
          <a:bodyPr anchor="t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3660" y="2734068"/>
            <a:ext cx="272733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85567" y="2734068"/>
            <a:ext cx="158671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48FC9B1-6F61-4A8F-9F5E-715654075A93}" type="datetimeFigureOut">
              <a:rPr lang="en-US" dirty="0"/>
              <a:pPr/>
              <a:t>10/24/2026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6614" y="2734068"/>
            <a:ext cx="52669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785567" y="3481713"/>
            <a:ext cx="3916103" cy="2765887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marL="228600" lvl="0" indent="-228600"/>
            <a:r>
              <a:rPr lang="en-US"/>
              <a:t>Click to edit Master text styles</a:t>
            </a:r>
          </a:p>
          <a:p>
            <a:pPr marL="228600" lvl="1" indent="-228600"/>
            <a:r>
              <a:rPr lang="en-US"/>
              <a:t>Second level</a:t>
            </a:r>
          </a:p>
          <a:p>
            <a:pPr marL="228600" lvl="2" indent="-228600"/>
            <a:r>
              <a:rPr lang="en-US"/>
              <a:t>Third level</a:t>
            </a:r>
          </a:p>
          <a:p>
            <a:pPr marL="228600" lvl="3" indent="-228600"/>
            <a:r>
              <a:rPr lang="en-US"/>
              <a:t>Fourth level</a:t>
            </a:r>
          </a:p>
          <a:p>
            <a:pPr marL="228600" lvl="4" indent="-228600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88602234"/>
      </p:ext>
    </p:extLst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A purple and black background&#10;&#10;AI-generated content may be incorrect.">
            <a:extLst>
              <a:ext uri="{FF2B5EF4-FFF2-40B4-BE49-F238E27FC236}">
                <a16:creationId xmlns:a16="http://schemas.microsoft.com/office/drawing/2014/main" id="{518E8C82-2B1B-76C7-A67D-099AEEEAD0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09"/>
          <a:stretch>
            <a:fillRect/>
          </a:stretch>
        </p:blipFill>
        <p:spPr>
          <a:xfrm>
            <a:off x="6324601" y="1"/>
            <a:ext cx="5881254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851" y="1276990"/>
            <a:ext cx="5378267" cy="985658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418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4BE14B8-5058-4271-B378-2217DE83796E}" type="datetimeFigureOut">
              <a:rPr lang="en-US" dirty="0"/>
              <a:pPr/>
              <a:t>10/24/2026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0295" y="21485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477" y="2471736"/>
            <a:ext cx="5378268" cy="366273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62863533"/>
      </p:ext>
    </p:extLst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E41EB56E-DF88-E5AB-35AF-891395DCDB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4406900"/>
            <a:ext cx="9144000" cy="24511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899" y="1886712"/>
            <a:ext cx="3507989" cy="3233928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08394"/>
            <a:ext cx="253211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67400" y="208394"/>
            <a:ext cx="20175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6CB2F34-49A1-4C07-91D5-90BE967306D3}" type="datetimeFigureOut">
              <a:rPr lang="en-US" dirty="0"/>
              <a:pPr/>
              <a:t>10/24/2026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6588" y="208394"/>
            <a:ext cx="5531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867401" y="1886712"/>
            <a:ext cx="4495800" cy="32339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>
                <a:solidFill>
                  <a:schemeClr val="tx1"/>
                </a:solidFill>
              </a:defRPr>
            </a:lvl1pPr>
            <a:lvl2pPr>
              <a:defRPr lang="en-US">
                <a:solidFill>
                  <a:schemeClr val="tx1"/>
                </a:solidFill>
              </a:defRPr>
            </a:lvl2pPr>
            <a:lvl3pPr>
              <a:defRPr lang="en-US">
                <a:solidFill>
                  <a:schemeClr val="tx1"/>
                </a:solidFill>
              </a:defRPr>
            </a:lvl3pPr>
            <a:lvl4pPr>
              <a:defRPr lang="en-US">
                <a:solidFill>
                  <a:schemeClr val="tx1"/>
                </a:solidFill>
              </a:defRPr>
            </a:lvl4pPr>
            <a:lvl5pPr>
              <a:defRPr lang="en-US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9522412"/>
      </p:ext>
    </p:extLst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436" y="1115568"/>
            <a:ext cx="2505264" cy="1624122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684048" cy="338328"/>
          </a:xfrm>
        </p:spPr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74064" y="215823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14EE7FE5-A250-423F-B9E1-3EE5D07A8055}" type="datetimeFigureOut">
              <a:rPr lang="en-US" dirty="0"/>
              <a:t>10/24/2026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242" y="215823"/>
            <a:ext cx="549272" cy="338328"/>
          </a:xfrm>
        </p:spPr>
        <p:txBody>
          <a:bodyPr/>
          <a:lstStyle/>
          <a:p>
            <a:fld id="{8E274F5D-21DC-40EF-8DBA-AB9BB119E939}" type="slidenum">
              <a:rPr lang="en-US" dirty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8436" y="3028523"/>
            <a:ext cx="2505264" cy="341037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B2531DA-E07E-34C2-010B-27DB8B004926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3374064" y="1181100"/>
            <a:ext cx="8817936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 anchor="t"/>
          <a:lstStyle>
            <a:lvl1pPr>
              <a:defRPr/>
            </a:lvl1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46185129"/>
      </p:ext>
    </p:extLst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4000500" cy="1352516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727930" cy="338328"/>
          </a:xfrm>
        </p:spPr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47899" y="219456"/>
            <a:ext cx="1747774" cy="338328"/>
          </a:xfrm>
        </p:spPr>
        <p:txBody>
          <a:bodyPr/>
          <a:lstStyle/>
          <a:p>
            <a:fld id="{48B2456C-66BE-435E-8059-3A9CD55F29F9}" type="datetimeFigureOut">
              <a:rPr lang="en-US" dirty="0"/>
              <a:t>10/24/2026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3948" y="216280"/>
            <a:ext cx="551113" cy="338328"/>
          </a:xfrm>
        </p:spPr>
        <p:txBody>
          <a:bodyPr/>
          <a:lstStyle/>
          <a:p>
            <a:fld id="{8E274F5D-21DC-40EF-8DBA-AB9BB119E939}" type="slidenum">
              <a:rPr lang="en-US" dirty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7899" y="1104900"/>
            <a:ext cx="6925002" cy="1352516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None/>
              <a:defRPr sz="1400"/>
            </a:lvl1pPr>
            <a:lvl2pPr marL="514350" indent="-285750">
              <a:buFont typeface="Arial" panose="020B0604020202020204" pitchFamily="34" charset="0"/>
              <a:buNone/>
              <a:defRPr sz="1400"/>
            </a:lvl2pPr>
            <a:lvl3pPr marL="742950" indent="-28575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None/>
              <a:defRPr sz="1400"/>
            </a:lvl4pPr>
            <a:lvl5pPr marL="1085850" indent="-17145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46877B-7C99-D26C-DFEC-72A4289A8FAC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0" y="2938509"/>
            <a:ext cx="12192000" cy="3919491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anchor="t"/>
          <a:lstStyle>
            <a:lvl1pPr>
              <a:defRPr/>
            </a:lvl1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33995041"/>
      </p:ext>
    </p:extLst>
  </p:cSld>
  <p:clrMapOvr>
    <a:masterClrMapping/>
  </p:clrMapOvr>
  <p:transition spd="slow">
    <p:wip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2514600" cy="2918919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5146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EB6A322-B3CC-9AE7-DB63-8B433811BD63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3423747" y="0"/>
            <a:ext cx="8768253" cy="3985719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anchor="t"/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800" y="4077628"/>
            <a:ext cx="1920240" cy="338328"/>
          </a:xfrm>
        </p:spPr>
        <p:txBody>
          <a:bodyPr/>
          <a:lstStyle/>
          <a:p>
            <a:fld id="{17409D93-5111-4952-AC4F-FA1AE909A4B8}" type="datetimeFigureOut">
              <a:rPr lang="en-US" dirty="0"/>
              <a:t>10/24/2026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407762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E274F5D-21DC-40EF-8DBA-AB9BB119E939}" type="slidenum">
              <a:rPr lang="en-US" dirty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800" y="4423576"/>
            <a:ext cx="8420100" cy="1824824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65310972"/>
      </p:ext>
    </p:extLst>
  </p:cSld>
  <p:clrMapOvr>
    <a:masterClrMapping/>
  </p:clrMapOvr>
  <p:transition spd="slow">
    <p:wip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1339" y="1115568"/>
            <a:ext cx="5247577" cy="994131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933700" cy="338328"/>
          </a:xfrm>
        </p:spPr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96579" y="209088"/>
            <a:ext cx="184404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A43E10B2-AFF3-4A4A-BC83-5BB137C878CB}" type="datetimeFigureOut">
              <a:rPr lang="en-US" dirty="0"/>
              <a:t>10/24/2026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34185" y="209088"/>
            <a:ext cx="555948" cy="338328"/>
          </a:xfrm>
        </p:spPr>
        <p:txBody>
          <a:bodyPr/>
          <a:lstStyle/>
          <a:p>
            <a:fld id="{8E274F5D-21DC-40EF-8DBA-AB9BB119E939}" type="slidenum">
              <a:rPr lang="en-US" dirty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3BFBE8F-8803-50FD-04BC-3A247F9767CF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0" y="1181100"/>
            <a:ext cx="5247577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 anchor="t"/>
          <a:lstStyle>
            <a:lvl1pPr>
              <a:defRPr/>
            </a:lvl1pPr>
          </a:lstStyle>
          <a:p>
            <a:endParaRPr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881339" y="2133600"/>
            <a:ext cx="5247577" cy="4114800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1319567"/>
      </p:ext>
    </p:extLst>
  </p:cSld>
  <p:clrMapOvr>
    <a:masterClrMapping/>
  </p:clrMapOvr>
  <p:transition spd="slow">
    <p:wip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57" y="1115568"/>
            <a:ext cx="3607670" cy="3170545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4858"/>
            <a:ext cx="2597106" cy="338328"/>
          </a:xfrm>
        </p:spPr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45909" y="214858"/>
            <a:ext cx="1586711" cy="338328"/>
          </a:xfrm>
        </p:spPr>
        <p:txBody>
          <a:bodyPr/>
          <a:lstStyle/>
          <a:p>
            <a:fld id="{C1935215-257D-4F50-AF56-70E3294947FA}" type="datetimeFigureOut">
              <a:rPr lang="en-US" dirty="0"/>
              <a:t>10/24/2026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7610" y="214858"/>
            <a:ext cx="555948" cy="338328"/>
          </a:xfrm>
        </p:spPr>
        <p:txBody>
          <a:bodyPr/>
          <a:lstStyle/>
          <a:p>
            <a:fld id="{8E274F5D-21DC-40EF-8DBA-AB9BB119E939}" type="slidenum">
              <a:rPr lang="en-US" dirty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5909" y="1112672"/>
            <a:ext cx="6926991" cy="196780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21707E4-5122-AA3B-7CFC-6AF9C0BAC463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4903079" y="3500203"/>
            <a:ext cx="7288921" cy="3357797"/>
          </a:xfrm>
          <a:custGeom>
            <a:avLst/>
            <a:gdLst/>
            <a:ahLst/>
            <a:cxnLst/>
            <a:rect l="l" t="t" r="r" b="b"/>
            <a:pathLst>
              <a:path w="7391400" h="3018269">
                <a:moveTo>
                  <a:pt x="0" y="0"/>
                </a:moveTo>
                <a:lnTo>
                  <a:pt x="7391400" y="0"/>
                </a:lnTo>
                <a:lnTo>
                  <a:pt x="7391400" y="3018269"/>
                </a:lnTo>
                <a:lnTo>
                  <a:pt x="0" y="3018269"/>
                </a:lnTo>
                <a:close/>
              </a:path>
            </a:pathLst>
          </a:cu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 anchor="t">
            <a:noAutofit/>
          </a:bodyPr>
          <a:lstStyle>
            <a:lvl1pPr marL="0" indent="0">
              <a:buNone/>
              <a:defRPr/>
            </a:lvl1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33361948"/>
      </p:ext>
    </p:extLst>
  </p:cSld>
  <p:clrMapOvr>
    <a:masterClrMapping/>
  </p:clrMapOvr>
  <p:transition spd="slow">
    <p:wip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3429001"/>
            <a:ext cx="2501307" cy="2551982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02C8AD-A927-B946-5850-6500487D6883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0" y="1"/>
            <a:ext cx="12192000" cy="270509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anchor="t"/>
          <a:lstStyle>
            <a:lvl1pPr>
              <a:defRPr/>
            </a:lvl1pPr>
          </a:lstStyle>
          <a:p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865290"/>
            <a:ext cx="2726376" cy="338328"/>
          </a:xfrm>
        </p:spPr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799" y="2865290"/>
            <a:ext cx="1967345" cy="338328"/>
          </a:xfrm>
        </p:spPr>
        <p:txBody>
          <a:bodyPr/>
          <a:lstStyle/>
          <a:p>
            <a:fld id="{2B0E3CDF-6E7C-4C67-B567-8606B07963A0}" type="datetimeFigureOut">
              <a:rPr lang="en-US" dirty="0"/>
              <a:t>10/24/2026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865290"/>
            <a:ext cx="555948" cy="338328"/>
          </a:xfrm>
        </p:spPr>
        <p:txBody>
          <a:bodyPr/>
          <a:lstStyle/>
          <a:p>
            <a:fld id="{8E274F5D-21DC-40EF-8DBA-AB9BB119E939}" type="slidenum">
              <a:rPr lang="en-US" dirty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800" y="3429000"/>
            <a:ext cx="8210204" cy="300990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05581901"/>
      </p:ext>
    </p:extLst>
  </p:cSld>
  <p:clrMapOvr>
    <a:masterClrMapping/>
  </p:clrMapOvr>
  <p:transition spd="slow">
    <p:wip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230" y="1115568"/>
            <a:ext cx="3603256" cy="1409878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8700" y="209088"/>
            <a:ext cx="2514600" cy="338328"/>
          </a:xfrm>
        </p:spPr>
        <p:txBody>
          <a:bodyPr/>
          <a:lstStyle/>
          <a:p>
            <a:fld id="{5060FE60-4389-4D8B-84BB-900FC000024C}" type="datetimeFigureOut">
              <a:rPr lang="en-US" dirty="0"/>
              <a:t>10/24/2026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6019" y="219456"/>
            <a:ext cx="56434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E274F5D-21DC-40EF-8DBA-AB9BB119E939}" type="slidenum">
              <a:rPr lang="en-US" dirty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6230" y="2705100"/>
            <a:ext cx="3603256" cy="3695700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83D1CED-EDC4-B2B7-E11C-EF0ED41A9136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4935269" y="1175658"/>
            <a:ext cx="7256731" cy="5682342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anchor="t"/>
          <a:lstStyle>
            <a:lvl1pPr>
              <a:defRPr/>
            </a:lvl1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39551320"/>
      </p:ext>
    </p:extLst>
  </p:cSld>
  <p:clrMapOvr>
    <a:masterClrMapping/>
  </p:clrMapOvr>
  <p:transition spd="slow">
    <p:wip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607626"/>
            <a:ext cx="4419600" cy="1640774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4508209-B462-E74A-288F-8910B06DE3A1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1914" y="0"/>
            <a:ext cx="4836786" cy="421419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anchor="t"/>
          <a:lstStyle>
            <a:lvl1pPr>
              <a:defRPr/>
            </a:lvl1pPr>
          </a:lstStyle>
          <a:p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41275" y="209088"/>
            <a:ext cx="2726376" cy="338328"/>
          </a:xfrm>
        </p:spPr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0525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6709B22-BFE8-4BFE-80D5-4133DC0C2AC6}" type="datetimeFigureOut">
              <a:rPr lang="en-US" dirty="0"/>
              <a:t>10/24/2026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dirty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41276" y="1104900"/>
            <a:ext cx="5750381" cy="5143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35236388"/>
      </p:ext>
    </p:extLst>
  </p:cSld>
  <p:clrMapOvr>
    <a:masterClrMapping/>
  </p:clrMapOvr>
  <p:transition spd="slow">
    <p:wip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3105335" cy="1636510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55522" y="214858"/>
            <a:ext cx="2536988" cy="338328"/>
          </a:xfrm>
        </p:spPr>
        <p:txBody>
          <a:bodyPr/>
          <a:lstStyle/>
          <a:p>
            <a:fld id="{BFCE55E5-7E1C-4243-A685-91A6EB8BE97F}" type="datetimeFigureOut">
              <a:rPr lang="en-US" dirty="0"/>
              <a:t>10/24/2026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2840" y="214858"/>
            <a:ext cx="555948" cy="338328"/>
          </a:xfrm>
        </p:spPr>
        <p:txBody>
          <a:bodyPr/>
          <a:lstStyle/>
          <a:p>
            <a:fld id="{8E274F5D-21DC-40EF-8DBA-AB9BB119E939}" type="slidenum">
              <a:rPr lang="en-US" dirty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A8D0EC2-AB64-20F7-00E1-73B35DEAA2D7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1" y="3017520"/>
            <a:ext cx="3417902" cy="384048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 anchor="t"/>
          <a:lstStyle>
            <a:lvl1pPr>
              <a:defRPr/>
            </a:lvl1pPr>
          </a:lstStyle>
          <a:p>
            <a:endParaRPr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55522" y="1104901"/>
            <a:ext cx="7476571" cy="53339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43332685"/>
      </p:ext>
    </p:extLst>
  </p:cSld>
  <p:clrMapOvr>
    <a:masterClrMapping/>
  </p:clrMapOvr>
  <p:transition spd="slow">
    <p:wip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C26FEAF5-B987-7B83-7D1F-A4C535E2B0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701" r="5781"/>
          <a:stretch>
            <a:fillRect/>
          </a:stretch>
        </p:blipFill>
        <p:spPr>
          <a:xfrm rot="10800000" flipH="1">
            <a:off x="0" y="-1"/>
            <a:ext cx="12192000" cy="6864096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E9DD887D-B316-418B-8AF4-4F941223A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0" y="5082379"/>
            <a:ext cx="4000500" cy="1169230"/>
          </a:xfrm>
        </p:spPr>
        <p:txBody>
          <a:bodyPr anchor="b">
            <a:normAutofit/>
          </a:bodyPr>
          <a:lstStyle>
            <a:lvl1pPr>
              <a:defRPr sz="2000" spc="-5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72400" y="209088"/>
            <a:ext cx="197069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5AFD96D-C3CB-4F44-8CE3-582861660F11}" type="datetimeFigureOut">
              <a:rPr lang="en-US" dirty="0"/>
              <a:pPr/>
              <a:t>10/24/2026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942D9118-C154-84FE-9D86-92525287F07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280988" y="1063625"/>
            <a:ext cx="10428287" cy="3508375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26000"/>
            </a:lvl1pPr>
          </a:lstStyle>
          <a:p>
            <a:pPr lvl="0"/>
            <a:r>
              <a:rPr lang="en-US"/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1072859450"/>
      </p:ext>
    </p:extLst>
  </p:cSld>
  <p:clrMapOvr>
    <a:masterClrMapping/>
  </p:clrMapOvr>
  <p:transition spd="slow">
    <p:wip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red and purple light&#10;&#10;AI-generated content may be incorrect.">
            <a:extLst>
              <a:ext uri="{FF2B5EF4-FFF2-40B4-BE49-F238E27FC236}">
                <a16:creationId xmlns:a16="http://schemas.microsoft.com/office/drawing/2014/main" id="{27A6C04A-3EE2-7293-8111-E4CF6B18B2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84" t="57458" r="22221" b="1"/>
          <a:stretch>
            <a:fillRect/>
          </a:stretch>
        </p:blipFill>
        <p:spPr>
          <a:xfrm rot="10800000">
            <a:off x="0" y="0"/>
            <a:ext cx="12192000" cy="480281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3332489-DC9C-40A3-89C4-AFC56B3B0CAB}" type="datetimeFigureOut">
              <a:rPr lang="en-US" dirty="0"/>
              <a:pPr/>
              <a:t>10/24/2026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19099" y="2885606"/>
            <a:ext cx="8801101" cy="3553293"/>
          </a:xfrm>
        </p:spPr>
        <p:txBody>
          <a:bodyPr anchor="b">
            <a:normAutofit/>
          </a:bodyPr>
          <a:lstStyle>
            <a:lvl1pPr marL="0" indent="0">
              <a:lnSpc>
                <a:spcPct val="85000"/>
              </a:lnSpc>
              <a:buNone/>
              <a:defRPr sz="6000" b="0" spc="-50" baseline="0">
                <a:solidFill>
                  <a:schemeClr val="tx1"/>
                </a:solidFill>
              </a:defRPr>
            </a:lvl1pPr>
            <a:lvl2pPr marL="228600" indent="0">
              <a:lnSpc>
                <a:spcPct val="85000"/>
              </a:lnSpc>
              <a:buNone/>
              <a:defRPr sz="4400" b="0" spc="-50" baseline="0">
                <a:solidFill>
                  <a:schemeClr val="tx1"/>
                </a:solidFill>
              </a:defRPr>
            </a:lvl2pPr>
            <a:lvl3pPr marL="457200" indent="0">
              <a:lnSpc>
                <a:spcPct val="85000"/>
              </a:lnSpc>
              <a:buNone/>
              <a:defRPr sz="4000" b="0" spc="-50" baseline="0">
                <a:solidFill>
                  <a:schemeClr val="tx1"/>
                </a:solidFill>
              </a:defRPr>
            </a:lvl3pPr>
            <a:lvl4pPr marL="685800" indent="0">
              <a:lnSpc>
                <a:spcPct val="85000"/>
              </a:lnSpc>
              <a:buNone/>
              <a:defRPr sz="3600" b="0" spc="-50" baseline="0">
                <a:solidFill>
                  <a:schemeClr val="tx1"/>
                </a:solidFill>
              </a:defRPr>
            </a:lvl4pPr>
            <a:lvl5pPr marL="914400" indent="0">
              <a:lnSpc>
                <a:spcPct val="85000"/>
              </a:lnSpc>
              <a:buNone/>
              <a:defRPr sz="3200" b="0" spc="-50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8118477"/>
      </p:ext>
    </p:extLst>
  </p:cSld>
  <p:clrMapOvr>
    <a:masterClrMapping/>
  </p:clrMapOvr>
  <p:transition spd="slow">
    <p:wip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56ABB8EC-1098-DCAC-E2E3-BCA53EEC62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1" t="22024" r="10011"/>
          <a:stretch>
            <a:fillRect/>
          </a:stretch>
        </p:blipFill>
        <p:spPr>
          <a:xfrm rot="10800000" flipH="1">
            <a:off x="0" y="0"/>
            <a:ext cx="12192000" cy="686409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899" y="4874218"/>
            <a:ext cx="8506567" cy="666427"/>
          </a:xfrm>
        </p:spPr>
        <p:txBody>
          <a:bodyPr anchor="ctr">
            <a:normAutofit/>
          </a:bodyPr>
          <a:lstStyle>
            <a:lvl1pPr algn="r">
              <a:lnSpc>
                <a:spcPct val="90000"/>
              </a:lnSpc>
              <a:defRPr sz="1400" b="0" cap="all" spc="1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403F4C9-1C82-4616-8D26-0B0587291200}" type="datetimeFigureOut">
              <a:rPr lang="en-US" dirty="0"/>
              <a:pPr/>
              <a:t>10/24/2026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6899" y="1856096"/>
            <a:ext cx="8506567" cy="2855388"/>
          </a:xfrm>
        </p:spPr>
        <p:txBody>
          <a:bodyPr anchor="ctr">
            <a:normAutofit/>
          </a:bodyPr>
          <a:lstStyle>
            <a:lvl1pPr marL="164592" indent="-164592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5000" spc="-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1003170544"/>
      </p:ext>
    </p:extLst>
  </p:cSld>
  <p:clrMapOvr>
    <a:masterClrMapping/>
  </p:clrMapOvr>
  <p:transition spd="slow">
    <p:wip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8382000" cy="70165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38C42AE-61C6-458B-86C3-22D39A5E8956}" type="datetimeFigureOut">
              <a:rPr lang="en-US" dirty="0"/>
              <a:pPr/>
              <a:t>10/24/2026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4CA46A-141E-21AB-51BA-BA1F0F39570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1900238"/>
            <a:ext cx="4924425" cy="43481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F8607D36-7013-02AC-69A9-8D38C5BBA7D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878824" y="1900238"/>
            <a:ext cx="4924425" cy="43481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02197632"/>
      </p:ext>
    </p:extLst>
  </p:cSld>
  <p:clrMapOvr>
    <a:masterClrMapping/>
  </p:clrMapOvr>
  <p:transition spd="slow">
    <p:wip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655" y="932098"/>
            <a:ext cx="10835539" cy="7040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202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3D71BEE-9C65-4D84-970B-0B47E929926B}" type="datetimeFigureOut">
              <a:rPr lang="en-US" dirty="0"/>
              <a:pPr/>
              <a:t>10/24/2026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8654" y="1675614"/>
            <a:ext cx="4913919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1600" b="1"/>
            </a:lvl2pPr>
            <a:lvl3pPr marL="914400" indent="0">
              <a:buNone/>
              <a:defRPr sz="16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854769-C5D8-1BF0-C3A2-77216D6255D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2285022"/>
            <a:ext cx="4900773" cy="39633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6500" y="1675614"/>
            <a:ext cx="4967694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1600" b="1"/>
            </a:lvl2pPr>
            <a:lvl3pPr marL="914400" indent="0">
              <a:buNone/>
              <a:defRPr sz="16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B3527224-4234-3620-766D-DCCA3AFDF896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9401" y="2285022"/>
            <a:ext cx="4982762" cy="39633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77338086"/>
      </p:ext>
    </p:extLst>
  </p:cSld>
  <p:clrMapOvr>
    <a:masterClrMapping/>
  </p:clrMapOvr>
  <p:transition spd="slow">
    <p:wip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1113510"/>
            <a:ext cx="8380309" cy="87619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9AFCF02-D35E-46A4-B7A1-1A2B81F8D932}" type="datetimeFigureOut">
              <a:rPr lang="en-US" dirty="0"/>
              <a:pPr/>
              <a:t>10/24/2026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129580"/>
      </p:ext>
    </p:extLst>
  </p:cSld>
  <p:clrMapOvr>
    <a:masterClrMapping/>
  </p:clrMapOvr>
  <p:transition spd="slow">
    <p:wip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A57AF51-4D04-4E0C-B33D-81940CAB4B07}" type="datetimeFigureOut">
              <a:rPr lang="en-US" dirty="0"/>
              <a:pPr/>
              <a:t>10/24/2026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392133"/>
      </p:ext>
    </p:extLst>
  </p:cSld>
  <p:clrMapOvr>
    <a:masterClrMapping/>
  </p:clrMapOvr>
  <p:transition spd="slow">
    <p:wip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red and purple light&#10;&#10;AI-generated content may be incorrect.">
            <a:extLst>
              <a:ext uri="{FF2B5EF4-FFF2-40B4-BE49-F238E27FC236}">
                <a16:creationId xmlns:a16="http://schemas.microsoft.com/office/drawing/2014/main" id="{CC69B319-31FA-514C-5A82-30B4D1B20A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-1" y="0"/>
            <a:ext cx="1219199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758952"/>
            <a:ext cx="7609668" cy="1734866"/>
          </a:xfrm>
        </p:spPr>
        <p:txBody>
          <a:bodyPr anchor="t">
            <a:noAutofit/>
          </a:bodyPr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DABFCF2-BE01-43CB-85B3-49CC0FE55050}" type="datetimeFigureOut">
              <a:rPr lang="en-US" dirty="0"/>
              <a:pPr/>
              <a:t>10/24/2026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9100" y="2705101"/>
            <a:ext cx="8801100" cy="294755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  <a:lvl2pPr>
              <a:defRPr lang="en-US" dirty="0">
                <a:solidFill>
                  <a:schemeClr val="tx1"/>
                </a:solidFill>
              </a:defRPr>
            </a:lvl2pPr>
            <a:lvl3pPr>
              <a:defRPr lang="en-US" dirty="0">
                <a:solidFill>
                  <a:schemeClr val="tx1"/>
                </a:solidFill>
              </a:defRPr>
            </a:lvl3pPr>
            <a:lvl4pPr>
              <a:defRPr lang="en-US" dirty="0">
                <a:solidFill>
                  <a:schemeClr val="tx1"/>
                </a:solidFill>
              </a:defRPr>
            </a:lvl4pPr>
            <a:lvl5pPr>
              <a:defRPr lang="en-US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19597308"/>
      </p:ext>
    </p:extLst>
  </p:cSld>
  <p:clrMapOvr>
    <a:masterClrMapping/>
  </p:clrMapOvr>
  <p:transition spd="slow">
    <p:wip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ed and purple light&#10;&#10;AI-generated content may be incorrect.">
            <a:extLst>
              <a:ext uri="{FF2B5EF4-FFF2-40B4-BE49-F238E27FC236}">
                <a16:creationId xmlns:a16="http://schemas.microsoft.com/office/drawing/2014/main" id="{86565871-9318-EC0D-5245-A159818CA8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-1" y="0"/>
            <a:ext cx="12191999" cy="6858000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687F1B09-5020-D2DD-189E-7226AD232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2704772"/>
            <a:ext cx="5465660" cy="2733384"/>
          </a:xfrm>
        </p:spPr>
        <p:txBody>
          <a:bodyPr/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119A0F5-9D15-4E68-95BA-31AD4F5D84D0}" type="datetimeFigureOut">
              <a:rPr lang="en-US" dirty="0"/>
              <a:pPr/>
              <a:t>10/24/2026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8492B719-9068-0A96-E408-4EB3E9F85BE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05550" y="2705100"/>
            <a:ext cx="4410075" cy="15621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47140239"/>
      </p:ext>
    </p:extLst>
  </p:cSld>
  <p:clrMapOvr>
    <a:masterClrMapping/>
  </p:clrMapOvr>
  <p:transition spd="slow">
    <p:wip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21818-E75A-458F-AC5B-0E9A2C76B8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8056" y="448056"/>
            <a:ext cx="11292840" cy="3401568"/>
          </a:xfrm>
        </p:spPr>
        <p:txBody>
          <a:bodyPr anchor="b">
            <a:normAutofit/>
          </a:bodyPr>
          <a:lstStyle>
            <a:lvl1pPr algn="l">
              <a:defRPr sz="6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EE64DE-978B-4F95-BB3C-D027D80087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8056" y="4471416"/>
            <a:ext cx="11292840" cy="1481328"/>
          </a:xfrm>
        </p:spPr>
        <p:txBody>
          <a:bodyPr/>
          <a:lstStyle>
            <a:lvl1pPr marL="0" indent="0" algn="l">
              <a:lnSpc>
                <a:spcPct val="120000"/>
              </a:lnSpc>
              <a:buNone/>
              <a:defRPr sz="2400">
                <a:solidFill>
                  <a:schemeClr val="tx2">
                    <a:alpha val="5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66CC717-08C5-4F3E-B8AA-BA93C8755982}"/>
              </a:ext>
            </a:extLst>
          </p:cNvPr>
          <p:cNvCxnSpPr>
            <a:cxnSpLocks/>
          </p:cNvCxnSpPr>
          <p:nvPr/>
        </p:nvCxnSpPr>
        <p:spPr>
          <a:xfrm>
            <a:off x="449400" y="4122000"/>
            <a:ext cx="11293200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896B5700-AA45-4E20-8BE5-2762041130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0832" y="6153912"/>
            <a:ext cx="5397056" cy="502920"/>
          </a:xfrm>
          <a:prstGeom prst="rect">
            <a:avLst/>
          </a:prstGeom>
        </p:spPr>
        <p:txBody>
          <a:bodyPr vert="horz" lIns="0" tIns="0" rIns="91440" bIns="0" rtlCol="0" anchor="ctr"/>
          <a:lstStyle>
            <a:lvl1pPr algn="l">
              <a:defRPr sz="900" cap="all" spc="200" baseline="0">
                <a:solidFill>
                  <a:schemeClr val="tx2">
                    <a:alpha val="55000"/>
                  </a:schemeClr>
                </a:solidFill>
              </a:defRPr>
            </a:lvl1pPr>
          </a:lstStyle>
          <a:p>
            <a:r>
              <a:rPr lang="en-US" spc="200"/>
              <a:t>Sample Footer Text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7C5B7199-CC00-4D38-8B48-F8A5391129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38232" y="6153912"/>
            <a:ext cx="1510856" cy="50292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tx2">
                    <a:alpha val="55000"/>
                  </a:schemeClr>
                </a:solidFill>
              </a:defRPr>
            </a:lvl1pPr>
          </a:lstStyle>
          <a:p>
            <a:fld id="{0D309695-DEC3-40DA-9DF5-330280C9D0E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16BC76EC-3453-4CE0-A71D-BD21940757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42912" y="6152968"/>
            <a:ext cx="3457576" cy="502920"/>
          </a:xfrm>
          <a:prstGeom prst="rect">
            <a:avLst/>
          </a:prstGeom>
        </p:spPr>
        <p:txBody>
          <a:bodyPr wrap="square" lIns="0" tIns="0" rIns="0" bIns="0" anchor="ctr" anchorCtr="0">
            <a:normAutofit/>
          </a:bodyPr>
          <a:lstStyle>
            <a:lvl1pPr>
              <a:defRPr sz="900" cap="all" spc="200" baseline="0">
                <a:solidFill>
                  <a:schemeClr val="tx1">
                    <a:alpha val="55000"/>
                  </a:schemeClr>
                </a:solidFill>
              </a:defRPr>
            </a:lvl1pPr>
          </a:lstStyle>
          <a:p>
            <a:fld id="{8256C2ED-54A4-480D-B5C8-65C0D62359B9}" type="datetime2">
              <a:rPr lang="en-US" smtClean="0"/>
              <a:pPr/>
              <a:t>Saturday, October 24, 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415759"/>
      </p:ext>
    </p:extLst>
  </p:cSld>
  <p:clrMapOvr>
    <a:masterClrMapping/>
  </p:clrMapOvr>
  <p:transition spd="slow">
    <p:wip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E2B8D-DB20-44D1-84BC-F76685913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448056"/>
            <a:ext cx="11311128" cy="3401568"/>
          </a:xfrm>
        </p:spPr>
        <p:txBody>
          <a:bodyPr anchor="b">
            <a:normAutofit/>
          </a:bodyPr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94C298-618E-4642-8F2B-8DD253ED5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8056" y="4471416"/>
            <a:ext cx="11292840" cy="1481328"/>
          </a:xfrm>
        </p:spPr>
        <p:txBody>
          <a:bodyPr/>
          <a:lstStyle>
            <a:lvl1pPr marL="0" indent="0">
              <a:lnSpc>
                <a:spcPct val="120000"/>
              </a:lnSpc>
              <a:buNone/>
              <a:defRPr sz="2400">
                <a:solidFill>
                  <a:schemeClr val="tx2">
                    <a:alpha val="5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B3ECD5-2EEA-457B-9C93-36F8AF368EC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10EDCA73-0A86-4195-A787-75037827079D}" type="datetime2">
              <a:rPr lang="en-US" smtClean="0"/>
              <a:t>Saturday, October 24,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9A15D4-F172-4025-9290-C8F5D4197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26CD73-9984-4E1D-BD74-37115C1F4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219456"/>
          <a:lstStyle/>
          <a:p>
            <a:fld id="{0D309695-DEC3-40DA-9DF5-330280C9D0E8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99FAD47-5E44-4EE5-A422-A77593F8F3A3}"/>
              </a:ext>
            </a:extLst>
          </p:cNvPr>
          <p:cNvCxnSpPr>
            <a:cxnSpLocks/>
          </p:cNvCxnSpPr>
          <p:nvPr/>
        </p:nvCxnSpPr>
        <p:spPr>
          <a:xfrm>
            <a:off x="449400" y="4122000"/>
            <a:ext cx="11293200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1770226"/>
      </p:ext>
    </p:extLst>
  </p:cSld>
  <p:clrMapOvr>
    <a:masterClrMapping/>
  </p:clrMapOvr>
  <p:transition spd="slow">
    <p:wip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B7685-BDD9-488F-B082-33592E0F1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9CB5FF-7FB5-4B8A-BF1C-48765D40B4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056" y="1735200"/>
            <a:ext cx="11293200" cy="3783013"/>
          </a:xfrm>
        </p:spPr>
        <p:txBody>
          <a:bodyPr wrap="square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BDA03860-F8F0-4186-B5D0-72C935B2C2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0832" y="6153912"/>
            <a:ext cx="5397056" cy="502920"/>
          </a:xfrm>
          <a:prstGeom prst="rect">
            <a:avLst/>
          </a:prstGeom>
        </p:spPr>
        <p:txBody>
          <a:bodyPr vert="horz" lIns="0" tIns="0" rIns="91440" bIns="0" rtlCol="0" anchor="ctr"/>
          <a:lstStyle>
            <a:lvl1pPr algn="l">
              <a:defRPr sz="900" cap="all" spc="200" baseline="0">
                <a:solidFill>
                  <a:schemeClr val="tx2">
                    <a:alpha val="55000"/>
                  </a:schemeClr>
                </a:solidFill>
              </a:defRPr>
            </a:lvl1pPr>
          </a:lstStyle>
          <a:p>
            <a:r>
              <a:rPr lang="en-US" spc="200"/>
              <a:t>Sample Footer Text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60B9D802-9E36-42DA-B6CA-6C937CBE8A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38232" y="6153912"/>
            <a:ext cx="1510856" cy="50292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tx2">
                    <a:alpha val="55000"/>
                  </a:schemeClr>
                </a:solidFill>
              </a:defRPr>
            </a:lvl1pPr>
          </a:lstStyle>
          <a:p>
            <a:fld id="{0D309695-DEC3-40DA-9DF5-330280C9D0E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C227B5A7-BF66-4C50-9DAD-A24070310B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42912" y="6152968"/>
            <a:ext cx="3457576" cy="502920"/>
          </a:xfrm>
          <a:prstGeom prst="rect">
            <a:avLst/>
          </a:prstGeom>
        </p:spPr>
        <p:txBody>
          <a:bodyPr wrap="square" lIns="0" tIns="0" rIns="0" bIns="0" anchor="ctr" anchorCtr="0">
            <a:normAutofit/>
          </a:bodyPr>
          <a:lstStyle>
            <a:lvl1pPr>
              <a:defRPr sz="900" cap="all" spc="200" baseline="0">
                <a:solidFill>
                  <a:schemeClr val="tx1">
                    <a:alpha val="55000"/>
                  </a:schemeClr>
                </a:solidFill>
              </a:defRPr>
            </a:lvl1pPr>
          </a:lstStyle>
          <a:p>
            <a:fld id="{8256C2ED-54A4-480D-B5C8-65C0D62359B9}" type="datetime2">
              <a:rPr lang="en-US" smtClean="0"/>
              <a:pPr/>
              <a:t>Saturday, October 24, 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735447"/>
      </p:ext>
    </p:extLst>
  </p:cSld>
  <p:clrMapOvr>
    <a:masterClrMapping/>
  </p:clrMapOvr>
  <p:transition spd="slow">
    <p:wip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802222-E41B-48E7-BF06-5C5509D621C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8EE14D2D-B1AF-4197-82D6-FC1F8BD05681}" type="datetime2">
              <a:rPr lang="en-US" smtClean="0"/>
              <a:t>Saturday, October 24, 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A636E3-B721-46E8-882F-C123530F0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FC1178-3E0E-449A-B799-009C04C06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09695-DEC3-40DA-9DF5-330280C9D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242961"/>
      </p:ext>
    </p:extLst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slideLayout" Target="../slideLayouts/slideLayout13.xml" /><Relationship Id="rId18" Type="http://schemas.openxmlformats.org/officeDocument/2006/relationships/slideLayout" Target="../slideLayouts/slideLayout18.xml" /><Relationship Id="rId26" Type="http://schemas.openxmlformats.org/officeDocument/2006/relationships/slideLayout" Target="../slideLayouts/slideLayout26.xml" /><Relationship Id="rId3" Type="http://schemas.openxmlformats.org/officeDocument/2006/relationships/slideLayout" Target="../slideLayouts/slideLayout3.xml" /><Relationship Id="rId21" Type="http://schemas.openxmlformats.org/officeDocument/2006/relationships/slideLayout" Target="../slideLayouts/slideLayout21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17" Type="http://schemas.openxmlformats.org/officeDocument/2006/relationships/slideLayout" Target="../slideLayouts/slideLayout17.xml" /><Relationship Id="rId25" Type="http://schemas.openxmlformats.org/officeDocument/2006/relationships/slideLayout" Target="../slideLayouts/slideLayout25.xml" /><Relationship Id="rId2" Type="http://schemas.openxmlformats.org/officeDocument/2006/relationships/slideLayout" Target="../slideLayouts/slideLayout2.xml" /><Relationship Id="rId16" Type="http://schemas.openxmlformats.org/officeDocument/2006/relationships/slideLayout" Target="../slideLayouts/slideLayout16.xml" /><Relationship Id="rId20" Type="http://schemas.openxmlformats.org/officeDocument/2006/relationships/slideLayout" Target="../slideLayouts/slideLayout20.xml" /><Relationship Id="rId29" Type="http://schemas.openxmlformats.org/officeDocument/2006/relationships/slideLayout" Target="../slideLayouts/slideLayout29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24" Type="http://schemas.openxmlformats.org/officeDocument/2006/relationships/slideLayout" Target="../slideLayouts/slideLayout24.xml" /><Relationship Id="rId32" Type="http://schemas.openxmlformats.org/officeDocument/2006/relationships/theme" Target="../theme/theme1.xml" /><Relationship Id="rId5" Type="http://schemas.openxmlformats.org/officeDocument/2006/relationships/slideLayout" Target="../slideLayouts/slideLayout5.xml" /><Relationship Id="rId15" Type="http://schemas.openxmlformats.org/officeDocument/2006/relationships/slideLayout" Target="../slideLayouts/slideLayout15.xml" /><Relationship Id="rId23" Type="http://schemas.openxmlformats.org/officeDocument/2006/relationships/slideLayout" Target="../slideLayouts/slideLayout23.xml" /><Relationship Id="rId28" Type="http://schemas.openxmlformats.org/officeDocument/2006/relationships/slideLayout" Target="../slideLayouts/slideLayout28.xml" /><Relationship Id="rId10" Type="http://schemas.openxmlformats.org/officeDocument/2006/relationships/slideLayout" Target="../slideLayouts/slideLayout10.xml" /><Relationship Id="rId19" Type="http://schemas.openxmlformats.org/officeDocument/2006/relationships/slideLayout" Target="../slideLayouts/slideLayout19.xml" /><Relationship Id="rId31" Type="http://schemas.openxmlformats.org/officeDocument/2006/relationships/slideLayout" Target="../slideLayouts/slideLayout31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openxmlformats.org/officeDocument/2006/relationships/slideLayout" Target="../slideLayouts/slideLayout14.xml" /><Relationship Id="rId22" Type="http://schemas.openxmlformats.org/officeDocument/2006/relationships/slideLayout" Target="../slideLayouts/slideLayout22.xml" /><Relationship Id="rId27" Type="http://schemas.openxmlformats.org/officeDocument/2006/relationships/slideLayout" Target="../slideLayouts/slideLayout27.xml" /><Relationship Id="rId30" Type="http://schemas.openxmlformats.org/officeDocument/2006/relationships/slideLayout" Target="../slideLayouts/slideLayout30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1113510"/>
            <a:ext cx="9942409" cy="87619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417" y="2133600"/>
            <a:ext cx="9942409" cy="4305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2393" y="214858"/>
            <a:ext cx="2726376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01100" y="214858"/>
            <a:ext cx="192024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baseline="0">
                <a:solidFill>
                  <a:schemeClr val="tx1"/>
                </a:solidFill>
              </a:defRPr>
            </a:lvl1pPr>
          </a:lstStyle>
          <a:p>
            <a:fld id="{F288AF9F-2338-4040-A485-373B8EC8151E}" type="datetimeFigureOut">
              <a:rPr lang="en-US" dirty="0"/>
              <a:pPr/>
              <a:t>10/24/2026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1657" y="214858"/>
            <a:ext cx="555948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700" cap="all" baseline="0"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40403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  <p:sldLayoutId id="2147483690" r:id="rId18"/>
    <p:sldLayoutId id="2147483691" r:id="rId19"/>
    <p:sldLayoutId id="2147483692" r:id="rId20"/>
    <p:sldLayoutId id="2147483693" r:id="rId21"/>
    <p:sldLayoutId id="2147483694" r:id="rId22"/>
    <p:sldLayoutId id="2147483695" r:id="rId23"/>
    <p:sldLayoutId id="2147483696" r:id="rId24"/>
    <p:sldLayoutId id="2147483697" r:id="rId25"/>
    <p:sldLayoutId id="2147483698" r:id="rId26"/>
    <p:sldLayoutId id="2147483699" r:id="rId27"/>
    <p:sldLayoutId id="2147483700" r:id="rId28"/>
    <p:sldLayoutId id="2147483701" r:id="rId29"/>
    <p:sldLayoutId id="2147483702" r:id="rId30"/>
    <p:sldLayoutId id="2147483703" r:id="rId31"/>
  </p:sldLayoutIdLst>
  <p:transition spd="slow">
    <p:wipe/>
  </p:transition>
  <p:hf hd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000" b="0" kern="1200" spc="-11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264">
          <p15:clr>
            <a:srgbClr val="F26B43"/>
          </p15:clr>
        </p15:guide>
        <p15:guide id="4" orient="horz" pos="264">
          <p15:clr>
            <a:srgbClr val="F26B43"/>
          </p15:clr>
        </p15:guide>
        <p15:guide id="5" pos="7416">
          <p15:clr>
            <a:srgbClr val="F26B43"/>
          </p15:clr>
        </p15:guide>
        <p15:guide id="12" pos="4632">
          <p15:clr>
            <a:srgbClr val="F26B43"/>
          </p15:clr>
        </p15:guide>
        <p15:guide id="13" pos="5544">
          <p15:clr>
            <a:srgbClr val="F26B43"/>
          </p15:clr>
        </p15:guide>
        <p15:guide id="26" pos="2784">
          <p15:clr>
            <a:srgbClr val="F26B43"/>
          </p15:clr>
        </p15:guide>
        <p15:guide id="27" pos="3048">
          <p15:clr>
            <a:srgbClr val="F26B43"/>
          </p15:clr>
        </p15:guide>
        <p15:guide id="29" pos="3960">
          <p15:clr>
            <a:srgbClr val="F26B43"/>
          </p15:clr>
        </p15:guide>
        <p15:guide id="30" pos="1176">
          <p15:clr>
            <a:srgbClr val="F26B43"/>
          </p15:clr>
        </p15:guide>
        <p15:guide id="31" pos="912">
          <p15:clr>
            <a:srgbClr val="F26B43"/>
          </p15:clr>
        </p15:guide>
        <p15:guide id="32" pos="3696">
          <p15:clr>
            <a:srgbClr val="F26B43"/>
          </p15:clr>
        </p15:guide>
        <p15:guide id="33" pos="1848">
          <p15:clr>
            <a:srgbClr val="F26B43"/>
          </p15:clr>
        </p15:guide>
        <p15:guide id="34" pos="2112">
          <p15:clr>
            <a:srgbClr val="F26B43"/>
          </p15:clr>
        </p15:guide>
        <p15:guide id="36" pos="6528">
          <p15:clr>
            <a:srgbClr val="F26B43"/>
          </p15:clr>
        </p15:guide>
        <p15:guide id="37" pos="6744">
          <p15:clr>
            <a:srgbClr val="F26B43"/>
          </p15:clr>
        </p15:guide>
        <p15:guide id="42" orient="horz" pos="393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 /><Relationship Id="rId1" Type="http://schemas.openxmlformats.org/officeDocument/2006/relationships/slideLayout" Target="../slideLayouts/slideLayout31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 /><Relationship Id="rId7" Type="http://schemas.openxmlformats.org/officeDocument/2006/relationships/image" Target="../media/image21.jpeg" /><Relationship Id="rId2" Type="http://schemas.openxmlformats.org/officeDocument/2006/relationships/image" Target="../media/image16.jpeg" /><Relationship Id="rId1" Type="http://schemas.openxmlformats.org/officeDocument/2006/relationships/slideLayout" Target="../slideLayouts/slideLayout31.xml" /><Relationship Id="rId6" Type="http://schemas.openxmlformats.org/officeDocument/2006/relationships/image" Target="../media/image20.jpeg" /><Relationship Id="rId5" Type="http://schemas.openxmlformats.org/officeDocument/2006/relationships/image" Target="../media/image19.jpeg" /><Relationship Id="rId4" Type="http://schemas.openxmlformats.org/officeDocument/2006/relationships/image" Target="../media/image18.jpeg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 /><Relationship Id="rId1" Type="http://schemas.openxmlformats.org/officeDocument/2006/relationships/slideLayout" Target="../slideLayouts/slideLayout30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 /><Relationship Id="rId1" Type="http://schemas.openxmlformats.org/officeDocument/2006/relationships/slideLayout" Target="../slideLayouts/slideLayout31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 /><Relationship Id="rId1" Type="http://schemas.openxmlformats.org/officeDocument/2006/relationships/slideLayout" Target="../slideLayouts/slideLayout31.xml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 /><Relationship Id="rId2" Type="http://schemas.openxmlformats.org/officeDocument/2006/relationships/image" Target="../media/image25.jpeg" /><Relationship Id="rId1" Type="http://schemas.openxmlformats.org/officeDocument/2006/relationships/slideLayout" Target="../slideLayouts/slideLayout31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 /><Relationship Id="rId1" Type="http://schemas.openxmlformats.org/officeDocument/2006/relationships/slideLayout" Target="../slideLayouts/slideLayout31.xml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 /><Relationship Id="rId2" Type="http://schemas.openxmlformats.org/officeDocument/2006/relationships/image" Target="../media/image28.jpeg" /><Relationship Id="rId1" Type="http://schemas.openxmlformats.org/officeDocument/2006/relationships/slideLayout" Target="../slideLayouts/slideLayout31.xml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 /><Relationship Id="rId2" Type="http://schemas.openxmlformats.org/officeDocument/2006/relationships/image" Target="../media/image30.jpeg" /><Relationship Id="rId1" Type="http://schemas.openxmlformats.org/officeDocument/2006/relationships/slideLayout" Target="../slideLayouts/slideLayout31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 /><Relationship Id="rId1" Type="http://schemas.openxmlformats.org/officeDocument/2006/relationships/slideLayout" Target="../slideLayouts/slideLayout31.xml" 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 /><Relationship Id="rId2" Type="http://schemas.openxmlformats.org/officeDocument/2006/relationships/image" Target="../media/image33.jpeg" /><Relationship Id="rId1" Type="http://schemas.openxmlformats.org/officeDocument/2006/relationships/slideLayout" Target="../slideLayouts/slideLayout31.xml" /><Relationship Id="rId5" Type="http://schemas.openxmlformats.org/officeDocument/2006/relationships/image" Target="../media/image36.jpeg" /><Relationship Id="rId4" Type="http://schemas.openxmlformats.org/officeDocument/2006/relationships/image" Target="../media/image35.jpeg" 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 /><Relationship Id="rId2" Type="http://schemas.openxmlformats.org/officeDocument/2006/relationships/image" Target="../media/image33.jpeg" /><Relationship Id="rId1" Type="http://schemas.openxmlformats.org/officeDocument/2006/relationships/slideLayout" Target="../slideLayouts/slideLayout31.xml" /><Relationship Id="rId5" Type="http://schemas.openxmlformats.org/officeDocument/2006/relationships/image" Target="../media/image36.jpeg" /><Relationship Id="rId4" Type="http://schemas.openxmlformats.org/officeDocument/2006/relationships/image" Target="../media/image35.jpeg" 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 /><Relationship Id="rId2" Type="http://schemas.openxmlformats.org/officeDocument/2006/relationships/image" Target="../media/image33.jpeg" /><Relationship Id="rId1" Type="http://schemas.openxmlformats.org/officeDocument/2006/relationships/slideLayout" Target="../slideLayouts/slideLayout31.xml" /><Relationship Id="rId5" Type="http://schemas.openxmlformats.org/officeDocument/2006/relationships/image" Target="../media/image36.jpeg" /><Relationship Id="rId4" Type="http://schemas.openxmlformats.org/officeDocument/2006/relationships/image" Target="../media/image35.jpeg" 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 /><Relationship Id="rId2" Type="http://schemas.openxmlformats.org/officeDocument/2006/relationships/image" Target="../media/image33.jpeg" /><Relationship Id="rId1" Type="http://schemas.openxmlformats.org/officeDocument/2006/relationships/slideLayout" Target="../slideLayouts/slideLayout31.xml" /><Relationship Id="rId5" Type="http://schemas.openxmlformats.org/officeDocument/2006/relationships/image" Target="../media/image36.jpeg" /><Relationship Id="rId4" Type="http://schemas.openxmlformats.org/officeDocument/2006/relationships/image" Target="../media/image35.jpeg" 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 /><Relationship Id="rId1" Type="http://schemas.openxmlformats.org/officeDocument/2006/relationships/slideLayout" Target="../slideLayouts/slideLayout31.xml" 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 /><Relationship Id="rId2" Type="http://schemas.openxmlformats.org/officeDocument/2006/relationships/image" Target="../media/image38.jpeg" /><Relationship Id="rId1" Type="http://schemas.openxmlformats.org/officeDocument/2006/relationships/slideLayout" Target="../slideLayouts/slideLayout31.xml" /><Relationship Id="rId6" Type="http://schemas.openxmlformats.org/officeDocument/2006/relationships/image" Target="../media/image42.jpeg" /><Relationship Id="rId5" Type="http://schemas.openxmlformats.org/officeDocument/2006/relationships/image" Target="../media/image41.jpeg" /><Relationship Id="rId4" Type="http://schemas.openxmlformats.org/officeDocument/2006/relationships/image" Target="../media/image40.jpeg" 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 /><Relationship Id="rId2" Type="http://schemas.openxmlformats.org/officeDocument/2006/relationships/image" Target="../media/image43.jpeg" /><Relationship Id="rId1" Type="http://schemas.openxmlformats.org/officeDocument/2006/relationships/slideLayout" Target="../slideLayouts/slideLayout31.xml" 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 /><Relationship Id="rId2" Type="http://schemas.openxmlformats.org/officeDocument/2006/relationships/image" Target="../media/image44.jpeg" /><Relationship Id="rId1" Type="http://schemas.openxmlformats.org/officeDocument/2006/relationships/slideLayout" Target="../slideLayouts/slideLayout31.xml" /><Relationship Id="rId6" Type="http://schemas.openxmlformats.org/officeDocument/2006/relationships/image" Target="../media/image42.jpeg" /><Relationship Id="rId5" Type="http://schemas.openxmlformats.org/officeDocument/2006/relationships/image" Target="../media/image41.jpeg" /><Relationship Id="rId4" Type="http://schemas.openxmlformats.org/officeDocument/2006/relationships/image" Target="../media/image40.jpeg" 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 /><Relationship Id="rId2" Type="http://schemas.openxmlformats.org/officeDocument/2006/relationships/image" Target="../media/image45.jpeg" /><Relationship Id="rId1" Type="http://schemas.openxmlformats.org/officeDocument/2006/relationships/slideLayout" Target="../slideLayouts/slideLayout31.xml" 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 /><Relationship Id="rId2" Type="http://schemas.openxmlformats.org/officeDocument/2006/relationships/image" Target="../media/image46.jpeg" /><Relationship Id="rId1" Type="http://schemas.openxmlformats.org/officeDocument/2006/relationships/slideLayout" Target="../slideLayouts/slideLayout31.xml" /><Relationship Id="rId6" Type="http://schemas.openxmlformats.org/officeDocument/2006/relationships/image" Target="../media/image42.jpeg" /><Relationship Id="rId5" Type="http://schemas.openxmlformats.org/officeDocument/2006/relationships/image" Target="../media/image41.jpeg" /><Relationship Id="rId4" Type="http://schemas.openxmlformats.org/officeDocument/2006/relationships/image" Target="../media/image40.jpeg" 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 /><Relationship Id="rId2" Type="http://schemas.openxmlformats.org/officeDocument/2006/relationships/image" Target="../media/image47.jpeg" /><Relationship Id="rId1" Type="http://schemas.openxmlformats.org/officeDocument/2006/relationships/slideLayout" Target="../slideLayouts/slideLayout31.xml" 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 /><Relationship Id="rId2" Type="http://schemas.openxmlformats.org/officeDocument/2006/relationships/image" Target="../media/image32.jpeg" /><Relationship Id="rId1" Type="http://schemas.openxmlformats.org/officeDocument/2006/relationships/slideLayout" Target="../slideLayouts/slideLayout31.xml" /><Relationship Id="rId6" Type="http://schemas.openxmlformats.org/officeDocument/2006/relationships/image" Target="../media/image42.jpeg" /><Relationship Id="rId5" Type="http://schemas.openxmlformats.org/officeDocument/2006/relationships/image" Target="../media/image41.jpeg" /><Relationship Id="rId4" Type="http://schemas.openxmlformats.org/officeDocument/2006/relationships/image" Target="../media/image40.jpeg" 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 /><Relationship Id="rId2" Type="http://schemas.openxmlformats.org/officeDocument/2006/relationships/image" Target="../media/image48.jpeg" /><Relationship Id="rId1" Type="http://schemas.openxmlformats.org/officeDocument/2006/relationships/slideLayout" Target="../slideLayouts/slideLayout31.xml" 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eg" /><Relationship Id="rId2" Type="http://schemas.openxmlformats.org/officeDocument/2006/relationships/image" Target="../media/image49.jpeg" /><Relationship Id="rId1" Type="http://schemas.openxmlformats.org/officeDocument/2006/relationships/slideLayout" Target="../slideLayouts/slideLayout31.xml" /><Relationship Id="rId6" Type="http://schemas.openxmlformats.org/officeDocument/2006/relationships/image" Target="../media/image53.jpeg" /><Relationship Id="rId5" Type="http://schemas.openxmlformats.org/officeDocument/2006/relationships/image" Target="../media/image52.jpeg" /><Relationship Id="rId4" Type="http://schemas.openxmlformats.org/officeDocument/2006/relationships/image" Target="../media/image51.jpeg" 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eg" /><Relationship Id="rId1" Type="http://schemas.openxmlformats.org/officeDocument/2006/relationships/slideLayout" Target="../slideLayouts/slideLayout31.xml" 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eg" /><Relationship Id="rId1" Type="http://schemas.openxmlformats.org/officeDocument/2006/relationships/slideLayout" Target="../slideLayouts/slideLayout31.xml" 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jpeg" /><Relationship Id="rId1" Type="http://schemas.openxmlformats.org/officeDocument/2006/relationships/slideLayout" Target="../slideLayouts/slideLayout31.xml" 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eg" /><Relationship Id="rId1" Type="http://schemas.openxmlformats.org/officeDocument/2006/relationships/slideLayout" Target="../slideLayouts/slideLayout31.xml" 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jpeg" /><Relationship Id="rId1" Type="http://schemas.openxmlformats.org/officeDocument/2006/relationships/slideLayout" Target="../slideLayouts/slideLayout31.xml" 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jpeg" /><Relationship Id="rId1" Type="http://schemas.openxmlformats.org/officeDocument/2006/relationships/slideLayout" Target="../slideLayouts/slideLayout31.xml" 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 /><Relationship Id="rId1" Type="http://schemas.openxmlformats.org/officeDocument/2006/relationships/slideLayout" Target="../slideLayouts/slideLayout31.xml" 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jpeg" /><Relationship Id="rId1" Type="http://schemas.openxmlformats.org/officeDocument/2006/relationships/slideLayout" Target="../slideLayouts/slideLayout3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8898764-A69B-E52E-ADCF-AB1F755BC80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479" y="0"/>
            <a:ext cx="12185521" cy="6857999"/>
          </a:xfrm>
          <a:prstGeom prst="rect">
            <a:avLst/>
          </a:prstGeom>
        </p:spPr>
      </p:pic>
      <p:sp>
        <p:nvSpPr>
          <p:cNvPr id="10" name="Title">
            <a:extLst>
              <a:ext uri="{FF2B5EF4-FFF2-40B4-BE49-F238E27FC236}">
                <a16:creationId xmlns:a16="http://schemas.microsoft.com/office/drawing/2014/main" id="{C348DC87-B530-B543-A9EA-676C6E5C85E3}"/>
              </a:ext>
            </a:extLst>
          </p:cNvPr>
          <p:cNvSpPr txBox="1">
            <a:spLocks/>
          </p:cNvSpPr>
          <p:nvPr/>
        </p:nvSpPr>
        <p:spPr>
          <a:xfrm>
            <a:off x="225778" y="1163394"/>
            <a:ext cx="6994370" cy="1654787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400" i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8800" b="1" i="0">
                <a:latin typeface="Aptos Display"/>
              </a:rPr>
              <a:t>Display </a:t>
            </a:r>
            <a:endParaRPr lang="en-US" sz="8800"/>
          </a:p>
          <a:p>
            <a:r>
              <a:rPr lang="en-US" sz="8800" b="1" i="0">
                <a:solidFill>
                  <a:srgbClr val="0070C0"/>
                </a:solidFill>
                <a:latin typeface="Aptos Display"/>
              </a:rPr>
              <a:t>Devices</a:t>
            </a:r>
            <a:endParaRPr lang="en-US" sz="88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DED9F09-7BC4-2413-161A-4FC3EAC0C64E}"/>
              </a:ext>
            </a:extLst>
          </p:cNvPr>
          <p:cNvSpPr txBox="1"/>
          <p:nvPr/>
        </p:nvSpPr>
        <p:spPr>
          <a:xfrm>
            <a:off x="225778" y="3167389"/>
            <a:ext cx="8205102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 sz="2800">
                <a:solidFill>
                  <a:schemeClr val="tx1">
                    <a:lumMod val="95000"/>
                  </a:schemeClr>
                </a:solidFill>
                <a:latin typeface="Aptos Display"/>
              </a:rPr>
              <a:t>Types, Technologies and </a:t>
            </a:r>
            <a:r>
              <a:rPr lang="en-IN" sz="2800" err="1">
                <a:solidFill>
                  <a:schemeClr val="tx1">
                    <a:lumMod val="95000"/>
                  </a:schemeClr>
                </a:solidFill>
                <a:latin typeface="Aptos Display"/>
              </a:rPr>
              <a:t>real world</a:t>
            </a:r>
            <a:r>
              <a:rPr lang="en-IN" sz="2800">
                <a:solidFill>
                  <a:schemeClr val="tx1">
                    <a:lumMod val="95000"/>
                  </a:schemeClr>
                </a:solidFill>
                <a:latin typeface="Aptos Display"/>
              </a:rPr>
              <a:t> applications</a:t>
            </a:r>
            <a:endParaRPr lang="en-US" sz="2800">
              <a:solidFill>
                <a:schemeClr val="tx1">
                  <a:lumMod val="95000"/>
                </a:schemeClr>
              </a:solidFill>
              <a:latin typeface="Aptos Display"/>
              <a:ea typeface="Source Sans Pro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9668283-2EEA-22B5-749F-7576DBDAC820}"/>
              </a:ext>
            </a:extLst>
          </p:cNvPr>
          <p:cNvSpPr txBox="1"/>
          <p:nvPr/>
        </p:nvSpPr>
        <p:spPr>
          <a:xfrm>
            <a:off x="225778" y="5797478"/>
            <a:ext cx="4741333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/>
              <a:t>Presented by </a:t>
            </a:r>
            <a:r>
              <a:rPr lang="en-IN" err="1"/>
              <a:t>nowreen</a:t>
            </a:r>
            <a:r>
              <a:rPr lang="en-IN"/>
              <a:t> </a:t>
            </a:r>
            <a:r>
              <a:rPr lang="en-IN" err="1"/>
              <a:t>naaz</a:t>
            </a:r>
          </a:p>
          <a:p>
            <a:r>
              <a:rPr lang="en-IN"/>
              <a:t>BCA</a:t>
            </a:r>
          </a:p>
        </p:txBody>
      </p:sp>
    </p:spTree>
    <p:extLst>
      <p:ext uri="{BB962C8B-B14F-4D97-AF65-F5344CB8AC3E}">
        <p14:creationId xmlns:p14="http://schemas.microsoft.com/office/powerpoint/2010/main" val="106130119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1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D716700-0EDC-2694-FEED-8ACBD592AF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2" y="64054"/>
            <a:ext cx="12268679" cy="687366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3059B143-2907-D62B-9763-4BC730E60B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168" y="69688"/>
            <a:ext cx="12275639" cy="6883963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039FB4E-9654-D9F1-D09F-82BFDD50E280}"/>
              </a:ext>
            </a:extLst>
          </p:cNvPr>
          <p:cNvSpPr/>
          <p:nvPr/>
        </p:nvSpPr>
        <p:spPr>
          <a:xfrm>
            <a:off x="1512516" y="3425078"/>
            <a:ext cx="9416057" cy="809522"/>
          </a:xfrm>
          <a:prstGeom prst="roundRect">
            <a:avLst/>
          </a:prstGeom>
          <a:solidFill>
            <a:srgbClr val="080F1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B837711-25B6-5CDC-B548-C4AE25FEFF4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0561" y="4381967"/>
            <a:ext cx="2279879" cy="187542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97DF90D-2730-17C6-0433-AB6E11C8EA6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0377" y="4425099"/>
            <a:ext cx="2587652" cy="186462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F6A5619-57C2-95B5-17CC-582B20B9A42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4817" y="4385819"/>
            <a:ext cx="2517986" cy="186772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FE50063-6EAE-7E32-35DC-FB021A7503E2}"/>
              </a:ext>
            </a:extLst>
          </p:cNvPr>
          <p:cNvSpPr txBox="1"/>
          <p:nvPr/>
        </p:nvSpPr>
        <p:spPr>
          <a:xfrm>
            <a:off x="2531134" y="491705"/>
            <a:ext cx="7157049" cy="83099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800" b="1">
                <a:latin typeface="Aptos Display"/>
                <a:ea typeface="Source Sans Pro"/>
              </a:rPr>
              <a:t>What are</a:t>
            </a:r>
            <a:r>
              <a:rPr lang="en-US" sz="4800">
                <a:latin typeface="Aptos Display"/>
                <a:ea typeface="Source Sans Pro"/>
              </a:rPr>
              <a:t> </a:t>
            </a:r>
            <a:r>
              <a:rPr lang="en-US" sz="4800" b="1">
                <a:solidFill>
                  <a:srgbClr val="0070C0"/>
                </a:solidFill>
                <a:latin typeface="Aptos Display"/>
                <a:ea typeface="Source Sans Pro"/>
              </a:rPr>
              <a:t>Display Devices?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C1405D-4DCB-78BF-E4AF-AC9A23944352}"/>
              </a:ext>
            </a:extLst>
          </p:cNvPr>
          <p:cNvSpPr txBox="1"/>
          <p:nvPr/>
        </p:nvSpPr>
        <p:spPr>
          <a:xfrm>
            <a:off x="2266950" y="2228850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67139A-366D-8579-FD91-06A20BB255FC}"/>
              </a:ext>
            </a:extLst>
          </p:cNvPr>
          <p:cNvSpPr txBox="1"/>
          <p:nvPr/>
        </p:nvSpPr>
        <p:spPr>
          <a:xfrm>
            <a:off x="5437085" y="2513857"/>
            <a:ext cx="1828800" cy="182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0A7E4C0-3B93-C1E8-C33A-9111C6CAD819}"/>
              </a:ext>
            </a:extLst>
          </p:cNvPr>
          <p:cNvSpPr txBox="1"/>
          <p:nvPr/>
        </p:nvSpPr>
        <p:spPr>
          <a:xfrm>
            <a:off x="5437085" y="2513857"/>
            <a:ext cx="1828800" cy="182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E18CD9D-6538-182B-558A-7EB78F61BF81}"/>
              </a:ext>
            </a:extLst>
          </p:cNvPr>
          <p:cNvSpPr txBox="1"/>
          <p:nvPr/>
        </p:nvSpPr>
        <p:spPr>
          <a:xfrm>
            <a:off x="5437085" y="2513857"/>
            <a:ext cx="1828800" cy="182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882C356-C79C-191B-6E36-A5BB1059120A}"/>
              </a:ext>
            </a:extLst>
          </p:cNvPr>
          <p:cNvSpPr txBox="1"/>
          <p:nvPr/>
        </p:nvSpPr>
        <p:spPr>
          <a:xfrm>
            <a:off x="5437085" y="2513857"/>
            <a:ext cx="1828800" cy="182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270AD9F-AD35-8604-CF6F-E8687E9FAB23}"/>
              </a:ext>
            </a:extLst>
          </p:cNvPr>
          <p:cNvSpPr txBox="1"/>
          <p:nvPr/>
        </p:nvSpPr>
        <p:spPr>
          <a:xfrm>
            <a:off x="5437085" y="2513857"/>
            <a:ext cx="1828800" cy="182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844D97A-0DD6-1EF6-4F86-2E4DC1428CCB}"/>
              </a:ext>
            </a:extLst>
          </p:cNvPr>
          <p:cNvSpPr txBox="1"/>
          <p:nvPr/>
        </p:nvSpPr>
        <p:spPr>
          <a:xfrm>
            <a:off x="5437085" y="2513857"/>
            <a:ext cx="1828800" cy="182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11F19A8-9621-A074-B769-55B216DF146C}"/>
              </a:ext>
            </a:extLst>
          </p:cNvPr>
          <p:cNvSpPr txBox="1"/>
          <p:nvPr/>
        </p:nvSpPr>
        <p:spPr>
          <a:xfrm>
            <a:off x="5437085" y="2513857"/>
            <a:ext cx="1828800" cy="182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41F656B-0CF7-0CBC-9765-5B92C1AB6A82}"/>
              </a:ext>
            </a:extLst>
          </p:cNvPr>
          <p:cNvSpPr txBox="1"/>
          <p:nvPr/>
        </p:nvSpPr>
        <p:spPr>
          <a:xfrm>
            <a:off x="5437085" y="2513857"/>
            <a:ext cx="1828800" cy="182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C3A2A85-46D3-AF26-87AF-1224A7CF00C1}"/>
              </a:ext>
            </a:extLst>
          </p:cNvPr>
          <p:cNvSpPr txBox="1"/>
          <p:nvPr/>
        </p:nvSpPr>
        <p:spPr>
          <a:xfrm>
            <a:off x="5437085" y="2513857"/>
            <a:ext cx="1828800" cy="182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9FD14C7-131C-4C1C-A3DE-375DF4D16BE6}"/>
              </a:ext>
            </a:extLst>
          </p:cNvPr>
          <p:cNvSpPr txBox="1"/>
          <p:nvPr/>
        </p:nvSpPr>
        <p:spPr>
          <a:xfrm>
            <a:off x="5437085" y="2513857"/>
            <a:ext cx="1828800" cy="182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8592031-B5FB-15DA-8BC6-BEDA774404FB}"/>
              </a:ext>
            </a:extLst>
          </p:cNvPr>
          <p:cNvSpPr txBox="1"/>
          <p:nvPr/>
        </p:nvSpPr>
        <p:spPr>
          <a:xfrm>
            <a:off x="5437085" y="2513857"/>
            <a:ext cx="1828800" cy="182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41750F5-C951-FA11-1254-7E698DF213DE}"/>
              </a:ext>
            </a:extLst>
          </p:cNvPr>
          <p:cNvSpPr txBox="1"/>
          <p:nvPr/>
        </p:nvSpPr>
        <p:spPr>
          <a:xfrm>
            <a:off x="5437085" y="2513857"/>
            <a:ext cx="1828800" cy="182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8F211B5-B95B-178F-8E0B-EAD57960BFA5}"/>
              </a:ext>
            </a:extLst>
          </p:cNvPr>
          <p:cNvSpPr txBox="1"/>
          <p:nvPr/>
        </p:nvSpPr>
        <p:spPr>
          <a:xfrm>
            <a:off x="5437085" y="2513857"/>
            <a:ext cx="1828800" cy="182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6EE0CB5-9A97-B270-D002-B51F56D8CFC9}"/>
              </a:ext>
            </a:extLst>
          </p:cNvPr>
          <p:cNvSpPr txBox="1"/>
          <p:nvPr/>
        </p:nvSpPr>
        <p:spPr>
          <a:xfrm>
            <a:off x="5437085" y="2513857"/>
            <a:ext cx="1828800" cy="182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36E7FE5-B0D0-BA77-32DC-3C73557DF721}"/>
              </a:ext>
            </a:extLst>
          </p:cNvPr>
          <p:cNvSpPr txBox="1"/>
          <p:nvPr/>
        </p:nvSpPr>
        <p:spPr>
          <a:xfrm>
            <a:off x="5437085" y="2513857"/>
            <a:ext cx="1828800" cy="182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FF1FA11-0399-9BBE-C38C-881137AE040A}"/>
              </a:ext>
            </a:extLst>
          </p:cNvPr>
          <p:cNvSpPr txBox="1"/>
          <p:nvPr/>
        </p:nvSpPr>
        <p:spPr>
          <a:xfrm>
            <a:off x="5437085" y="2513857"/>
            <a:ext cx="1828800" cy="182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C002E92-372E-35EC-9C19-03B4619C93D7}"/>
              </a:ext>
            </a:extLst>
          </p:cNvPr>
          <p:cNvSpPr txBox="1"/>
          <p:nvPr/>
        </p:nvSpPr>
        <p:spPr>
          <a:xfrm>
            <a:off x="5437085" y="2513857"/>
            <a:ext cx="1828800" cy="182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743DC60-FA6C-46E8-5181-C942BEA2A060}"/>
              </a:ext>
            </a:extLst>
          </p:cNvPr>
          <p:cNvSpPr txBox="1"/>
          <p:nvPr/>
        </p:nvSpPr>
        <p:spPr>
          <a:xfrm>
            <a:off x="5437085" y="2513857"/>
            <a:ext cx="1828800" cy="182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73FFC14-69BD-9CDC-5B3C-90ED34F2CEDC}"/>
              </a:ext>
            </a:extLst>
          </p:cNvPr>
          <p:cNvSpPr txBox="1"/>
          <p:nvPr/>
        </p:nvSpPr>
        <p:spPr>
          <a:xfrm>
            <a:off x="5437085" y="2513857"/>
            <a:ext cx="1828800" cy="182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364E94F-30CD-B549-B375-18C385334252}"/>
              </a:ext>
            </a:extLst>
          </p:cNvPr>
          <p:cNvSpPr txBox="1"/>
          <p:nvPr/>
        </p:nvSpPr>
        <p:spPr>
          <a:xfrm>
            <a:off x="5437085" y="2513857"/>
            <a:ext cx="1828800" cy="182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61AC3F1-5E8F-3DFF-80F7-6FEBDCEE4DEE}"/>
              </a:ext>
            </a:extLst>
          </p:cNvPr>
          <p:cNvSpPr txBox="1"/>
          <p:nvPr/>
        </p:nvSpPr>
        <p:spPr>
          <a:xfrm>
            <a:off x="5443027" y="1931588"/>
            <a:ext cx="1828800" cy="1828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E0B5504-9F95-D7E0-0650-EC4ABA45A1DD}"/>
              </a:ext>
            </a:extLst>
          </p:cNvPr>
          <p:cNvSpPr txBox="1"/>
          <p:nvPr/>
        </p:nvSpPr>
        <p:spPr>
          <a:xfrm>
            <a:off x="5437085" y="2513857"/>
            <a:ext cx="1828800" cy="182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441922E-1649-06B5-3814-ADE6453D558A}"/>
              </a:ext>
            </a:extLst>
          </p:cNvPr>
          <p:cNvSpPr txBox="1"/>
          <p:nvPr/>
        </p:nvSpPr>
        <p:spPr>
          <a:xfrm>
            <a:off x="5437085" y="2513857"/>
            <a:ext cx="1828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 sz="3200">
              <a:latin typeface="Aptos Display" panose="020B0004020202020204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5E207B1-E377-A797-7708-A47099155086}"/>
              </a:ext>
            </a:extLst>
          </p:cNvPr>
          <p:cNvSpPr txBox="1"/>
          <p:nvPr/>
        </p:nvSpPr>
        <p:spPr>
          <a:xfrm>
            <a:off x="5437085" y="2513857"/>
            <a:ext cx="1828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 sz="2400">
              <a:latin typeface="Aptos Display" panose="020B0004020202020204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568A938-95D2-4A5D-9971-1C9CB1107FEC}"/>
              </a:ext>
            </a:extLst>
          </p:cNvPr>
          <p:cNvSpPr txBox="1"/>
          <p:nvPr/>
        </p:nvSpPr>
        <p:spPr>
          <a:xfrm>
            <a:off x="5437085" y="2513857"/>
            <a:ext cx="1828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 sz="2400">
              <a:latin typeface="Aptos Display" panose="020B0004020202020204" pitchFamily="34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22DC136-E593-8035-E5CA-0EB55A29C0B1}"/>
              </a:ext>
            </a:extLst>
          </p:cNvPr>
          <p:cNvSpPr txBox="1"/>
          <p:nvPr/>
        </p:nvSpPr>
        <p:spPr>
          <a:xfrm>
            <a:off x="1058910" y="1286194"/>
            <a:ext cx="10321021" cy="286232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endParaRPr lang="en-IN" sz="2800"/>
          </a:p>
          <a:p>
            <a:pPr algn="ctr"/>
            <a:r>
              <a:rPr lang="en-IN" sz="2800"/>
              <a:t>A display device is an output device that presents information from a computer or another electronic system in a visual form, such as text, pictures, graphics, and video.</a:t>
            </a:r>
            <a:endParaRPr lang="en-IN" sz="2800">
              <a:ea typeface="Source Sans Pro"/>
            </a:endParaRPr>
          </a:p>
          <a:p>
            <a:pPr algn="ctr"/>
            <a:endParaRPr lang="en-IN" sz="2800">
              <a:solidFill>
                <a:srgbClr val="FFFFFF"/>
              </a:solidFill>
            </a:endParaRPr>
          </a:p>
          <a:p>
            <a:pPr algn="ctr"/>
            <a:r>
              <a:rPr lang="en-IN" sz="2000" b="1">
                <a:solidFill>
                  <a:schemeClr val="tx1">
                    <a:lumMod val="95000"/>
                  </a:schemeClr>
                </a:solidFill>
              </a:rPr>
              <a:t>In simple words</a:t>
            </a:r>
            <a:endParaRPr lang="en-IN" sz="2000" b="1">
              <a:solidFill>
                <a:schemeClr val="tx1">
                  <a:lumMod val="95000"/>
                </a:schemeClr>
              </a:solidFill>
              <a:ea typeface="Source Sans Pro"/>
            </a:endParaRPr>
          </a:p>
          <a:p>
            <a:pPr algn="ctr"/>
            <a:r>
              <a:rPr lang="en-IN" sz="2000" b="1">
                <a:solidFill>
                  <a:schemeClr val="tx1">
                    <a:lumMod val="95000"/>
                  </a:schemeClr>
                </a:solidFill>
              </a:rPr>
              <a:t>Computer processes information → display device shows you the result.</a:t>
            </a:r>
            <a:endParaRPr lang="en-US" sz="2000" b="1">
              <a:solidFill>
                <a:schemeClr val="tx1">
                  <a:lumMod val="95000"/>
                </a:schemeClr>
              </a:solidFill>
              <a:ea typeface="Source Sans Pro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9811760-138F-95E6-FE87-879AB0ED32D1}"/>
              </a:ext>
            </a:extLst>
          </p:cNvPr>
          <p:cNvSpPr txBox="1"/>
          <p:nvPr/>
        </p:nvSpPr>
        <p:spPr>
          <a:xfrm>
            <a:off x="585664" y="6202147"/>
            <a:ext cx="1809579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l"/>
            <a:r>
              <a:rPr lang="en-IN" sz="2800">
                <a:latin typeface="Aptos Display"/>
              </a:rPr>
              <a:t>Monitors</a:t>
            </a:r>
            <a:endParaRPr lang="en-US" sz="2800">
              <a:latin typeface="Aptos Display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A56AC03-3A87-37BD-8140-5E4CE5F3974C}"/>
              </a:ext>
            </a:extLst>
          </p:cNvPr>
          <p:cNvSpPr txBox="1"/>
          <p:nvPr/>
        </p:nvSpPr>
        <p:spPr>
          <a:xfrm>
            <a:off x="3363383" y="6248950"/>
            <a:ext cx="274320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800">
                <a:latin typeface="Aptos Display"/>
                <a:ea typeface="Source Sans Pro"/>
              </a:rPr>
              <a:t>Smartphones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466516A-EF07-3A22-0480-80AF5AAA2F6B}"/>
              </a:ext>
            </a:extLst>
          </p:cNvPr>
          <p:cNvSpPr txBox="1"/>
          <p:nvPr/>
        </p:nvSpPr>
        <p:spPr>
          <a:xfrm>
            <a:off x="6226925" y="6243138"/>
            <a:ext cx="274320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>
                <a:latin typeface="Aptos Display"/>
                <a:ea typeface="Source Sans Pro"/>
              </a:rPr>
              <a:t>Laptop screens</a:t>
            </a:r>
            <a:endParaRPr lang="en-US" sz="2800">
              <a:latin typeface="Aptos Display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FDE0332-BD50-8ED5-A985-B5095074DA8B}"/>
              </a:ext>
            </a:extLst>
          </p:cNvPr>
          <p:cNvSpPr txBox="1"/>
          <p:nvPr/>
        </p:nvSpPr>
        <p:spPr>
          <a:xfrm>
            <a:off x="9649348" y="6195418"/>
            <a:ext cx="278633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800">
                <a:latin typeface="Aptos Display"/>
                <a:ea typeface="Source Sans Pro"/>
              </a:rPr>
              <a:t>Projectors</a:t>
            </a:r>
            <a:endParaRPr lang="en-US" sz="2800">
              <a:latin typeface="Aptos Display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5183110-7BB6-A6A0-1FAF-731D2C3AE68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106" y="4428951"/>
            <a:ext cx="1959393" cy="186772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82772783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9FC3C4B-F5D6-A3A2-D718-FAE4EEEFEC8C}"/>
              </a:ext>
            </a:extLst>
          </p:cNvPr>
          <p:cNvSpPr txBox="1"/>
          <p:nvPr/>
        </p:nvSpPr>
        <p:spPr>
          <a:xfrm>
            <a:off x="5181600" y="2513857"/>
            <a:ext cx="1828800" cy="182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6A2919-9940-A4FA-B0FD-7336D3BCA04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980" r="6980"/>
          <a:stretch/>
        </p:blipFill>
        <p:spPr>
          <a:xfrm>
            <a:off x="-1" y="-1"/>
            <a:ext cx="12192012" cy="6872386"/>
          </a:xfrm>
          <a:prstGeom prst="rect">
            <a:avLst/>
          </a:prstGeom>
          <a:ln>
            <a:solidFill>
              <a:srgbClr val="4472C4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4A2F472-624B-5D3C-5B80-CE75C822D740}"/>
              </a:ext>
            </a:extLst>
          </p:cNvPr>
          <p:cNvSpPr txBox="1"/>
          <p:nvPr/>
        </p:nvSpPr>
        <p:spPr>
          <a:xfrm>
            <a:off x="3535552" y="277962"/>
            <a:ext cx="649569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800" b="1">
                <a:latin typeface="Aptos Display"/>
                <a:ea typeface="Source Sans Pro"/>
              </a:rPr>
              <a:t>How do they </a:t>
            </a:r>
            <a:r>
              <a:rPr lang="en-US" sz="4800" b="1">
                <a:solidFill>
                  <a:srgbClr val="0070C0"/>
                </a:solidFill>
                <a:latin typeface="Aptos Display"/>
                <a:ea typeface="Source Sans Pro"/>
              </a:rPr>
              <a:t>work?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92A4D90D-5FB1-44C2-2832-1D369EBF8D2F}"/>
              </a:ext>
            </a:extLst>
          </p:cNvPr>
          <p:cNvGrpSpPr/>
          <p:nvPr/>
        </p:nvGrpSpPr>
        <p:grpSpPr>
          <a:xfrm>
            <a:off x="8538620" y="1383421"/>
            <a:ext cx="3922143" cy="3975818"/>
            <a:chOff x="8581752" y="1397798"/>
            <a:chExt cx="3922143" cy="3975818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5B963021-2DBA-4791-F84C-07222F3C12AB}"/>
                </a:ext>
              </a:extLst>
            </p:cNvPr>
            <p:cNvSpPr/>
            <p:nvPr/>
          </p:nvSpPr>
          <p:spPr>
            <a:xfrm>
              <a:off x="9120358" y="1397798"/>
              <a:ext cx="2841284" cy="3975818"/>
            </a:xfrm>
            <a:prstGeom prst="roundRect">
              <a:avLst/>
            </a:prstGeom>
            <a:solidFill>
              <a:srgbClr val="080F1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0C0C7A6-4504-C2A6-B1B1-2848EB828B93}"/>
                </a:ext>
              </a:extLst>
            </p:cNvPr>
            <p:cNvSpPr txBox="1"/>
            <p:nvPr/>
          </p:nvSpPr>
          <p:spPr>
            <a:xfrm>
              <a:off x="8581752" y="2232161"/>
              <a:ext cx="3922143" cy="1908215"/>
            </a:xfrm>
            <a:prstGeom prst="hexagon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4400" b="1">
                  <a:latin typeface="Source Sans Pro"/>
                  <a:ea typeface="Source Sans Pro"/>
                </a:rPr>
                <a:t>Display </a:t>
              </a:r>
              <a:endParaRPr lang="en-US" sz="4400">
                <a:latin typeface="Source Sans Pro"/>
                <a:ea typeface="Source Sans Pro"/>
              </a:endParaRPr>
            </a:p>
            <a:p>
              <a:pPr algn="ctr"/>
              <a:r>
                <a:rPr lang="en-US" sz="4400" b="1">
                  <a:latin typeface="Source Sans Pro"/>
                  <a:ea typeface="Source Sans Pro"/>
                </a:rPr>
                <a:t>Device</a:t>
              </a:r>
              <a:endParaRPr lang="en-US" sz="4400">
                <a:latin typeface="Source Sans Pro"/>
                <a:ea typeface="Source Sans Pro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60DEE9B-9574-4570-8822-B7E9A7FA54BE}"/>
                </a:ext>
              </a:extLst>
            </p:cNvPr>
            <p:cNvSpPr txBox="1"/>
            <p:nvPr/>
          </p:nvSpPr>
          <p:spPr>
            <a:xfrm>
              <a:off x="9103621" y="4357868"/>
              <a:ext cx="2872598" cy="830997"/>
            </a:xfrm>
            <a:prstGeom prst="rect">
              <a:avLst/>
            </a:prstGeom>
            <a:noFill/>
            <a:ln>
              <a:noFill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2400">
                  <a:solidFill>
                    <a:srgbClr val="00B0F0"/>
                  </a:solidFill>
                  <a:ea typeface="Source Sans Pro"/>
                </a:rPr>
                <a:t>Shows text, images and video</a:t>
              </a:r>
              <a:endParaRPr lang="en-US" sz="2400">
                <a:solidFill>
                  <a:srgbClr val="00B0F0"/>
                </a:solidFill>
              </a:endParaRPr>
            </a:p>
          </p:txBody>
        </p:sp>
        <p:sp>
          <p:nvSpPr>
            <p:cNvPr id="20" name="Moon 19">
              <a:extLst>
                <a:ext uri="{FF2B5EF4-FFF2-40B4-BE49-F238E27FC236}">
                  <a16:creationId xmlns:a16="http://schemas.microsoft.com/office/drawing/2014/main" id="{9D6EF623-78F7-75B7-AA18-40FAD5F2EFC9}"/>
                </a:ext>
              </a:extLst>
            </p:cNvPr>
            <p:cNvSpPr/>
            <p:nvPr/>
          </p:nvSpPr>
          <p:spPr>
            <a:xfrm>
              <a:off x="10162957" y="1968780"/>
              <a:ext cx="567446" cy="551234"/>
            </a:xfrm>
            <a:prstGeom prst="moon">
              <a:avLst/>
            </a:prstGeom>
            <a:solidFill>
              <a:srgbClr val="080F1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800A94F0-4ED4-B576-55EC-6D15D479AB65}"/>
              </a:ext>
            </a:extLst>
          </p:cNvPr>
          <p:cNvGrpSpPr/>
          <p:nvPr/>
        </p:nvGrpSpPr>
        <p:grpSpPr>
          <a:xfrm>
            <a:off x="571731" y="1407451"/>
            <a:ext cx="3735664" cy="4042790"/>
            <a:chOff x="571731" y="1407451"/>
            <a:chExt cx="3735664" cy="4042790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DA43D9B3-D6E6-0417-29EC-03024C66F6EC}"/>
                </a:ext>
              </a:extLst>
            </p:cNvPr>
            <p:cNvGrpSpPr/>
            <p:nvPr/>
          </p:nvGrpSpPr>
          <p:grpSpPr>
            <a:xfrm>
              <a:off x="571731" y="1407451"/>
              <a:ext cx="2849470" cy="4042790"/>
              <a:chOff x="614863" y="1464961"/>
              <a:chExt cx="2849470" cy="4042790"/>
            </a:xfrm>
          </p:grpSpPr>
          <p:sp>
            <p:nvSpPr>
              <p:cNvPr id="2" name="Rectangle: Rounded Corners 1">
                <a:extLst>
                  <a:ext uri="{FF2B5EF4-FFF2-40B4-BE49-F238E27FC236}">
                    <a16:creationId xmlns:a16="http://schemas.microsoft.com/office/drawing/2014/main" id="{722905E7-39D4-CFF7-4DD0-050ACF68DC49}"/>
                  </a:ext>
                </a:extLst>
              </p:cNvPr>
              <p:cNvSpPr/>
              <p:nvPr/>
            </p:nvSpPr>
            <p:spPr>
              <a:xfrm>
                <a:off x="614863" y="1464961"/>
                <a:ext cx="2849470" cy="4042790"/>
              </a:xfrm>
              <a:prstGeom prst="roundRect">
                <a:avLst/>
              </a:prstGeom>
              <a:solidFill>
                <a:srgbClr val="030A17"/>
              </a:solidFill>
              <a:ln>
                <a:noFill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A540AAB-1CE0-A3DB-4760-E02ADD63060B}"/>
                  </a:ext>
                </a:extLst>
              </p:cNvPr>
              <p:cNvSpPr txBox="1"/>
              <p:nvPr/>
            </p:nvSpPr>
            <p:spPr>
              <a:xfrm>
                <a:off x="620366" y="2330660"/>
                <a:ext cx="2743200" cy="1754326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ctr"/>
                <a:r>
                  <a:rPr lang="en-US" sz="3600" b="1">
                    <a:latin typeface="Source Sans Pro"/>
                    <a:ea typeface="Source Sans Pro"/>
                    <a:cs typeface="Calibri"/>
                  </a:rPr>
                  <a:t>Computer / processing uni</a:t>
                </a:r>
                <a:r>
                  <a:rPr lang="en-US" sz="3600" b="1">
                    <a:latin typeface="Source Sans Pro"/>
                    <a:ea typeface="Source Sans Pro"/>
                  </a:rPr>
                  <a:t>t</a:t>
                </a:r>
                <a:endParaRPr lang="en-US" sz="3600">
                  <a:latin typeface="Source Sans Pro"/>
                  <a:ea typeface="Source Sans Pro"/>
                </a:endParaRP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985120F-65E2-0C3B-5D88-C1C4A10C13AD}"/>
                  </a:ext>
                </a:extLst>
              </p:cNvPr>
              <p:cNvSpPr txBox="1"/>
              <p:nvPr/>
            </p:nvSpPr>
            <p:spPr>
              <a:xfrm>
                <a:off x="804520" y="4590046"/>
                <a:ext cx="2283126" cy="8309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ctr"/>
                <a:r>
                  <a:rPr lang="en-US" sz="2400">
                    <a:solidFill>
                      <a:srgbClr val="00B0F0"/>
                    </a:solidFill>
                    <a:ea typeface="Source Sans Pro"/>
                  </a:rPr>
                  <a:t>Processes</a:t>
                </a:r>
              </a:p>
              <a:p>
                <a:pPr algn="ctr"/>
                <a:r>
                  <a:rPr lang="en-US" sz="2400">
                    <a:solidFill>
                      <a:srgbClr val="00B0F0"/>
                    </a:solidFill>
                    <a:ea typeface="Source Sans Pro"/>
                  </a:rPr>
                  <a:t> data</a:t>
                </a:r>
              </a:p>
            </p:txBody>
          </p:sp>
        </p:grpSp>
        <p:sp>
          <p:nvSpPr>
            <p:cNvPr id="22" name="Arrow: Striped Right 21">
              <a:extLst>
                <a:ext uri="{FF2B5EF4-FFF2-40B4-BE49-F238E27FC236}">
                  <a16:creationId xmlns:a16="http://schemas.microsoft.com/office/drawing/2014/main" id="{D56976F4-0C05-C50C-B019-F8A76DE93E2F}"/>
                </a:ext>
              </a:extLst>
            </p:cNvPr>
            <p:cNvSpPr/>
            <p:nvPr/>
          </p:nvSpPr>
          <p:spPr>
            <a:xfrm>
              <a:off x="3701711" y="3151088"/>
              <a:ext cx="605684" cy="776070"/>
            </a:xfrm>
            <a:prstGeom prst="chevron">
              <a:avLst/>
            </a:prstGeom>
            <a:solidFill>
              <a:schemeClr val="tx1"/>
            </a:solidFill>
            <a:ln>
              <a:solidFill>
                <a:srgbClr val="002060"/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092A90D-5DA2-9559-29B5-88B0EC9F8121}"/>
              </a:ext>
            </a:extLst>
          </p:cNvPr>
          <p:cNvGrpSpPr/>
          <p:nvPr/>
        </p:nvGrpSpPr>
        <p:grpSpPr>
          <a:xfrm>
            <a:off x="4320853" y="1388215"/>
            <a:ext cx="4322080" cy="3979333"/>
            <a:chOff x="4320853" y="1388215"/>
            <a:chExt cx="4322080" cy="3979333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E12F3B4C-D0DF-E3DA-D816-AF9F55E63650}"/>
                </a:ext>
              </a:extLst>
            </p:cNvPr>
            <p:cNvGrpSpPr/>
            <p:nvPr/>
          </p:nvGrpSpPr>
          <p:grpSpPr>
            <a:xfrm>
              <a:off x="4320853" y="1388215"/>
              <a:ext cx="3835878" cy="3979333"/>
              <a:chOff x="4349608" y="1402592"/>
              <a:chExt cx="3835878" cy="3979333"/>
            </a:xfrm>
          </p:grpSpPr>
          <p:sp>
            <p:nvSpPr>
              <p:cNvPr id="3" name="Rectangle: Rounded Corners 2">
                <a:extLst>
                  <a:ext uri="{FF2B5EF4-FFF2-40B4-BE49-F238E27FC236}">
                    <a16:creationId xmlns:a16="http://schemas.microsoft.com/office/drawing/2014/main" id="{CC3A64E3-4878-A8C8-1D12-FB8844D88704}"/>
                  </a:ext>
                </a:extLst>
              </p:cNvPr>
              <p:cNvSpPr/>
              <p:nvPr/>
            </p:nvSpPr>
            <p:spPr>
              <a:xfrm>
                <a:off x="4868494" y="1402592"/>
                <a:ext cx="2794000" cy="3979333"/>
              </a:xfrm>
              <a:prstGeom prst="roundRect">
                <a:avLst/>
              </a:prstGeom>
              <a:solidFill>
                <a:srgbClr val="030A17"/>
              </a:solidFill>
              <a:ln>
                <a:noFill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FB83C3A-AC1D-56B5-3C33-405BD9A18C49}"/>
                  </a:ext>
                </a:extLst>
              </p:cNvPr>
              <p:cNvSpPr txBox="1"/>
              <p:nvPr/>
            </p:nvSpPr>
            <p:spPr>
              <a:xfrm>
                <a:off x="4349608" y="2487283"/>
                <a:ext cx="3835878" cy="1446550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ctr"/>
                <a:r>
                  <a:rPr lang="en-US" sz="4400" b="1">
                    <a:latin typeface="Source Sans Pro"/>
                    <a:ea typeface="Source Sans Pro"/>
                  </a:rPr>
                  <a:t>Display connection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5660FF6-B00D-C5E9-38F0-48526E29CA21}"/>
                  </a:ext>
                </a:extLst>
              </p:cNvPr>
              <p:cNvSpPr txBox="1"/>
              <p:nvPr/>
            </p:nvSpPr>
            <p:spPr>
              <a:xfrm>
                <a:off x="4928987" y="4424250"/>
                <a:ext cx="2685690" cy="8309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ctr"/>
                <a:r>
                  <a:rPr lang="en-US" sz="2400">
                    <a:solidFill>
                      <a:srgbClr val="00B0F0"/>
                    </a:solidFill>
                    <a:ea typeface="Source Sans Pro"/>
                  </a:rPr>
                  <a:t>Carries image information</a:t>
                </a:r>
              </a:p>
            </p:txBody>
          </p:sp>
        </p:grpSp>
        <p:sp>
          <p:nvSpPr>
            <p:cNvPr id="23" name="Arrow: Striped Right 22">
              <a:extLst>
                <a:ext uri="{FF2B5EF4-FFF2-40B4-BE49-F238E27FC236}">
                  <a16:creationId xmlns:a16="http://schemas.microsoft.com/office/drawing/2014/main" id="{7C65DC7D-3E66-D058-2510-676956C44034}"/>
                </a:ext>
              </a:extLst>
            </p:cNvPr>
            <p:cNvSpPr/>
            <p:nvPr/>
          </p:nvSpPr>
          <p:spPr>
            <a:xfrm>
              <a:off x="8015224" y="3061459"/>
              <a:ext cx="627709" cy="862641"/>
            </a:xfrm>
            <a:prstGeom prst="chevron">
              <a:avLst/>
            </a:prstGeom>
            <a:solidFill>
              <a:schemeClr val="tx1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12A8FA51-A938-5B90-A6F2-1BC0EFD4F094}"/>
              </a:ext>
            </a:extLst>
          </p:cNvPr>
          <p:cNvSpPr txBox="1"/>
          <p:nvPr/>
        </p:nvSpPr>
        <p:spPr>
          <a:xfrm>
            <a:off x="1155999" y="5628276"/>
            <a:ext cx="10271884" cy="954107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>
                <a:solidFill>
                  <a:srgbClr val="00B0F0"/>
                </a:solidFill>
                <a:latin typeface="Calibri"/>
                <a:ea typeface="Calibri"/>
                <a:cs typeface="Calibri"/>
              </a:rPr>
              <a:t>Example</a:t>
            </a:r>
            <a:r>
              <a:rPr lang="en-US" sz="2800">
                <a:latin typeface="Calibri"/>
                <a:ea typeface="Calibri"/>
                <a:cs typeface="Calibri"/>
              </a:rPr>
              <a:t>: when you open a </a:t>
            </a:r>
            <a:r>
              <a:rPr lang="en-US" sz="2800" err="1">
                <a:latin typeface="Calibri"/>
                <a:ea typeface="Calibri"/>
                <a:cs typeface="Calibri"/>
              </a:rPr>
              <a:t>powerpoint</a:t>
            </a:r>
            <a:r>
              <a:rPr lang="en-US" sz="2800">
                <a:latin typeface="Calibri"/>
                <a:ea typeface="Calibri"/>
                <a:cs typeface="Calibri"/>
              </a:rPr>
              <a:t>, the computer processes the slide </a:t>
            </a:r>
            <a:r>
              <a:rPr lang="en-US" sz="2800" err="1">
                <a:latin typeface="Calibri"/>
                <a:ea typeface="Calibri"/>
                <a:cs typeface="Calibri"/>
              </a:rPr>
              <a:t>information</a:t>
            </a:r>
            <a:r>
              <a:rPr lang="en-US" sz="2800">
                <a:latin typeface="Calibri"/>
                <a:ea typeface="Calibri"/>
                <a:cs typeface="Calibri"/>
              </a:rPr>
              <a:t> and the display device shows it on the screen</a:t>
            </a:r>
          </a:p>
        </p:txBody>
      </p:sp>
    </p:spTree>
    <p:extLst>
      <p:ext uri="{BB962C8B-B14F-4D97-AF65-F5344CB8AC3E}">
        <p14:creationId xmlns:p14="http://schemas.microsoft.com/office/powerpoint/2010/main" val="277578801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5470E1B-F6D8-EB7F-3DD7-13CC3C0CE4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19974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2D10FCA-F0CA-4138-3CD4-F1683902770C}"/>
              </a:ext>
            </a:extLst>
          </p:cNvPr>
          <p:cNvSpPr txBox="1"/>
          <p:nvPr/>
        </p:nvSpPr>
        <p:spPr>
          <a:xfrm>
            <a:off x="2311244" y="1592847"/>
            <a:ext cx="7157048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6000" b="1">
                <a:latin typeface="Aptos Display"/>
              </a:rPr>
              <a:t>TYPES</a:t>
            </a:r>
          </a:p>
          <a:p>
            <a:pPr algn="ctr"/>
            <a:r>
              <a:rPr lang="en-US" sz="6000" b="1">
                <a:latin typeface="Aptos Display"/>
              </a:rPr>
              <a:t> OF</a:t>
            </a:r>
          </a:p>
          <a:p>
            <a:pPr algn="ctr"/>
            <a:r>
              <a:rPr lang="en-US" sz="6000" b="1">
                <a:latin typeface="Aptos Display"/>
              </a:rPr>
              <a:t> </a:t>
            </a:r>
            <a:r>
              <a:rPr lang="en-US" sz="6000" b="1">
                <a:solidFill>
                  <a:srgbClr val="4E9DBA"/>
                </a:solidFill>
                <a:latin typeface="Aptos Display"/>
              </a:rPr>
              <a:t>DISPLAY DEVICES</a:t>
            </a:r>
            <a:endParaRPr lang="en-US" sz="6000">
              <a:latin typeface="Aptos Display"/>
            </a:endParaRPr>
          </a:p>
        </p:txBody>
      </p:sp>
    </p:spTree>
    <p:extLst>
      <p:ext uri="{BB962C8B-B14F-4D97-AF65-F5344CB8AC3E}">
        <p14:creationId xmlns:p14="http://schemas.microsoft.com/office/powerpoint/2010/main" val="2449488143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1DB9C30-2F4F-6DD7-5BDB-EF0B2EFCB07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-3082"/>
            <a:ext cx="12188761" cy="686108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66221C9-9DC5-E627-F704-2F2B09CC5BB6}"/>
              </a:ext>
            </a:extLst>
          </p:cNvPr>
          <p:cNvSpPr txBox="1"/>
          <p:nvPr/>
        </p:nvSpPr>
        <p:spPr>
          <a:xfrm>
            <a:off x="975104" y="1379268"/>
            <a:ext cx="4238445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>
                <a:solidFill>
                  <a:srgbClr val="00B0F0"/>
                </a:solidFill>
                <a:latin typeface="Calibri"/>
                <a:ea typeface="Calibri"/>
                <a:cs typeface="Calibri"/>
              </a:rPr>
              <a:t>(Cathode Ray Tube)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0048D5E-F865-B121-D687-140ECFC1AB96}"/>
              </a:ext>
            </a:extLst>
          </p:cNvPr>
          <p:cNvSpPr txBox="1"/>
          <p:nvPr/>
        </p:nvSpPr>
        <p:spPr>
          <a:xfrm>
            <a:off x="981813" y="2152868"/>
            <a:ext cx="6275950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>
                <a:latin typeface="Calibri"/>
                <a:ea typeface="Calibri"/>
                <a:cs typeface="Calibri"/>
              </a:rPr>
              <a:t>Uses electron beams to create images on a phosphor-coated screen.</a:t>
            </a:r>
            <a:endParaRPr lang="en-US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>
                <a:latin typeface="Calibri"/>
                <a:ea typeface="Calibri"/>
                <a:cs typeface="Calibri"/>
              </a:rPr>
              <a:t>Bulky and heavy design.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rgbClr val="00B0F0"/>
                </a:solidFill>
                <a:latin typeface="Calibri"/>
                <a:ea typeface="Calibri"/>
                <a:cs typeface="Calibri"/>
              </a:rPr>
              <a:t>Common in older televisions computers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201F84-4927-2371-135B-25907893C5FF}"/>
              </a:ext>
            </a:extLst>
          </p:cNvPr>
          <p:cNvSpPr txBox="1"/>
          <p:nvPr/>
        </p:nvSpPr>
        <p:spPr>
          <a:xfrm>
            <a:off x="975105" y="451916"/>
            <a:ext cx="6288449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l"/>
            <a:r>
              <a:rPr lang="en-IN" sz="4800" b="1"/>
              <a:t>CRT</a:t>
            </a:r>
            <a:r>
              <a:rPr lang="en-IN" sz="4800"/>
              <a:t> </a:t>
            </a:r>
            <a:r>
              <a:rPr lang="en-IN" sz="4800" b="1">
                <a:solidFill>
                  <a:srgbClr val="0070C0"/>
                </a:solidFill>
              </a:rPr>
              <a:t>DISP</a:t>
            </a:r>
            <a:r>
              <a:rPr lang="en-IN" sz="4800" b="1">
                <a:solidFill>
                  <a:srgbClr val="0070C0"/>
                </a:solidFill>
                <a:latin typeface="Neue Haas Grotesk Text Pro"/>
              </a:rPr>
              <a:t>LAYS</a:t>
            </a:r>
            <a:endParaRPr lang="en-US" sz="4800" b="1">
              <a:solidFill>
                <a:srgbClr val="0070C0"/>
              </a:solidFill>
              <a:latin typeface="Neue Haas Grotesk Text Pro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7450DB8-3C73-8A1F-7381-12391752A73B}"/>
              </a:ext>
            </a:extLst>
          </p:cNvPr>
          <p:cNvSpPr/>
          <p:nvPr/>
        </p:nvSpPr>
        <p:spPr>
          <a:xfrm>
            <a:off x="936886" y="4420570"/>
            <a:ext cx="2953211" cy="1598763"/>
          </a:xfrm>
          <a:prstGeom prst="roundRect">
            <a:avLst/>
          </a:prstGeom>
          <a:ln>
            <a:solidFill>
              <a:srgbClr val="00206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5DFF4B8-B3A5-7605-79F1-E2BA052E52D0}"/>
              </a:ext>
            </a:extLst>
          </p:cNvPr>
          <p:cNvSpPr/>
          <p:nvPr/>
        </p:nvSpPr>
        <p:spPr>
          <a:xfrm>
            <a:off x="4414338" y="4417792"/>
            <a:ext cx="3277320" cy="1613141"/>
          </a:xfrm>
          <a:prstGeom prst="roundRect">
            <a:avLst/>
          </a:prstGeom>
          <a:ln>
            <a:solidFill>
              <a:srgbClr val="00206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65D88DF-8119-798C-733F-35AF735AC809}"/>
              </a:ext>
            </a:extLst>
          </p:cNvPr>
          <p:cNvSpPr txBox="1"/>
          <p:nvPr/>
        </p:nvSpPr>
        <p:spPr>
          <a:xfrm>
            <a:off x="981813" y="4592483"/>
            <a:ext cx="3442040" cy="120032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l"/>
            <a:r>
              <a:rPr lang="en-IN" sz="2400">
                <a:solidFill>
                  <a:srgbClr val="00B0F0"/>
                </a:solidFill>
              </a:rPr>
              <a:t>Advantage:</a:t>
            </a:r>
            <a:endParaRPr lang="en-IN" sz="2400">
              <a:solidFill>
                <a:srgbClr val="00B0F0"/>
              </a:solidFill>
              <a:ea typeface="Source Sans Pro"/>
            </a:endParaRPr>
          </a:p>
          <a:p>
            <a:pPr algn="l"/>
            <a:r>
              <a:rPr lang="en-IN" sz="2400"/>
              <a:t>Good </a:t>
            </a:r>
            <a:r>
              <a:rPr lang="en-IN" sz="2400" err="1"/>
              <a:t>color</a:t>
            </a:r>
            <a:r>
              <a:rPr lang="en-IN" sz="2400"/>
              <a:t> and viewing  angles</a:t>
            </a:r>
            <a:endParaRPr lang="en-US" sz="2400">
              <a:ea typeface="Source Sans Pro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4D2E5E-E5F1-B910-61A6-7ACF95C756E8}"/>
              </a:ext>
            </a:extLst>
          </p:cNvPr>
          <p:cNvSpPr txBox="1"/>
          <p:nvPr/>
        </p:nvSpPr>
        <p:spPr>
          <a:xfrm>
            <a:off x="4508964" y="4592482"/>
            <a:ext cx="3182694" cy="120032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l"/>
            <a:r>
              <a:rPr lang="en-IN" sz="2400">
                <a:solidFill>
                  <a:srgbClr val="C00000"/>
                </a:solidFill>
              </a:rPr>
              <a:t>Disadvantage:</a:t>
            </a:r>
            <a:endParaRPr lang="en-IN" sz="2400">
              <a:solidFill>
                <a:srgbClr val="C00000"/>
              </a:solidFill>
              <a:ea typeface="Source Sans Pro"/>
            </a:endParaRPr>
          </a:p>
          <a:p>
            <a:pPr algn="l"/>
            <a:r>
              <a:rPr lang="en-IN" sz="2400"/>
              <a:t>Large size and high in power</a:t>
            </a:r>
            <a:endParaRPr lang="en-US" sz="2400">
              <a:ea typeface="Source Sans Pro"/>
            </a:endParaRPr>
          </a:p>
        </p:txBody>
      </p:sp>
    </p:spTree>
    <p:extLst>
      <p:ext uri="{BB962C8B-B14F-4D97-AF65-F5344CB8AC3E}">
        <p14:creationId xmlns:p14="http://schemas.microsoft.com/office/powerpoint/2010/main" val="4103374813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EBAA84F-9FA6-1017-75DA-1480002B79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442"/>
            <a:ext cx="12193854" cy="684801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8C383FB-62FD-A95D-B8F3-C7D6BB6C230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-4817" y="3563086"/>
            <a:ext cx="12200879" cy="329336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7E2B8D4-0B6D-32EC-4D65-07A9593AFE98}"/>
              </a:ext>
            </a:extLst>
          </p:cNvPr>
          <p:cNvSpPr txBox="1"/>
          <p:nvPr/>
        </p:nvSpPr>
        <p:spPr>
          <a:xfrm>
            <a:off x="403579" y="459140"/>
            <a:ext cx="8802666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l"/>
            <a:r>
              <a:rPr lang="en-IN" sz="4800" b="1"/>
              <a:t>LCD AND LED</a:t>
            </a:r>
            <a:r>
              <a:rPr lang="en-IN" sz="4800" b="1">
                <a:solidFill>
                  <a:schemeClr val="accent1"/>
                </a:solidFill>
              </a:rPr>
              <a:t> </a:t>
            </a:r>
            <a:r>
              <a:rPr lang="en-IN" sz="4800" b="1">
                <a:solidFill>
                  <a:srgbClr val="00B0F0"/>
                </a:solidFill>
              </a:rPr>
              <a:t>DISPLAYS</a:t>
            </a:r>
            <a:endParaRPr lang="en-US" sz="4800" b="1">
              <a:solidFill>
                <a:srgbClr val="00B0F0"/>
              </a:solidFill>
              <a:ea typeface="Source Sans Pro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675B90-0904-0604-68F6-A46880EDABCD}"/>
              </a:ext>
            </a:extLst>
          </p:cNvPr>
          <p:cNvSpPr txBox="1"/>
          <p:nvPr/>
        </p:nvSpPr>
        <p:spPr>
          <a:xfrm>
            <a:off x="273371" y="1619881"/>
            <a:ext cx="8241023" cy="193899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/>
              <a:t>LCD (liquid crystal Display) uses liquid crystals to control light from a backlight.</a:t>
            </a:r>
            <a:endParaRPr lang="en-IN" sz="2400">
              <a:ea typeface="Source Sans Pro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IN" sz="2400">
              <a:ea typeface="Source Sans Pro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2400"/>
              <a:t>LED is usually and LCD </a:t>
            </a:r>
            <a:r>
              <a:rPr lang="en-IN" sz="2400" err="1"/>
              <a:t>pannel</a:t>
            </a:r>
            <a:r>
              <a:rPr lang="en-IN" sz="2400"/>
              <a:t> with LED backlighting (or LED uses directly in larger displays)</a:t>
            </a:r>
            <a:endParaRPr lang="en-US" sz="2400">
              <a:ea typeface="Source Sans Pro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7158EE3-0A2A-6D65-6749-0E7821462FAE}"/>
              </a:ext>
            </a:extLst>
          </p:cNvPr>
          <p:cNvSpPr/>
          <p:nvPr/>
        </p:nvSpPr>
        <p:spPr>
          <a:xfrm>
            <a:off x="8506441" y="1809366"/>
            <a:ext cx="3474972" cy="1570008"/>
          </a:xfrm>
          <a:prstGeom prst="roundRect">
            <a:avLst/>
          </a:prstGeom>
          <a:solidFill>
            <a:schemeClr val="bg2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05A9183-6297-C010-7ACD-F20D066884F0}"/>
              </a:ext>
            </a:extLst>
          </p:cNvPr>
          <p:cNvSpPr txBox="1"/>
          <p:nvPr/>
        </p:nvSpPr>
        <p:spPr>
          <a:xfrm>
            <a:off x="8635837" y="1866875"/>
            <a:ext cx="4776157" cy="15696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l"/>
            <a:r>
              <a:rPr lang="en-IN" sz="2400" b="1">
                <a:solidFill>
                  <a:srgbClr val="FF0000"/>
                </a:solidFill>
              </a:rPr>
              <a:t>Examples:</a:t>
            </a:r>
            <a:endParaRPr lang="en-IN" sz="2400" b="1">
              <a:solidFill>
                <a:srgbClr val="FF0000"/>
              </a:solidFill>
              <a:ea typeface="Source Sans Pro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2400"/>
              <a:t>Laptop screens</a:t>
            </a:r>
            <a:endParaRPr lang="en-IN" sz="2400">
              <a:ea typeface="Source Sans Pro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2400"/>
              <a:t>Monitors</a:t>
            </a:r>
            <a:endParaRPr lang="en-IN" sz="2400">
              <a:ea typeface="Source Sans Pro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2400"/>
              <a:t>TVs</a:t>
            </a:r>
            <a:endParaRPr lang="en-US" sz="2400">
              <a:ea typeface="Source Sans Pro"/>
            </a:endParaRPr>
          </a:p>
        </p:txBody>
      </p:sp>
    </p:spTree>
    <p:extLst>
      <p:ext uri="{BB962C8B-B14F-4D97-AF65-F5344CB8AC3E}">
        <p14:creationId xmlns:p14="http://schemas.microsoft.com/office/powerpoint/2010/main" val="3856660499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A2B4CAB-41AB-3CC6-8F22-AB2AE31DFD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962" y="0"/>
            <a:ext cx="12073038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CDE2184-732E-C06E-D0EB-A7455D7A9AFC}"/>
              </a:ext>
            </a:extLst>
          </p:cNvPr>
          <p:cNvSpPr txBox="1"/>
          <p:nvPr/>
        </p:nvSpPr>
        <p:spPr>
          <a:xfrm>
            <a:off x="781023" y="603056"/>
            <a:ext cx="5221856" cy="110799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l"/>
            <a:r>
              <a:rPr lang="en-IN" sz="4800" b="1"/>
              <a:t>OLED </a:t>
            </a:r>
            <a:r>
              <a:rPr lang="en-IN" sz="4800" b="1">
                <a:solidFill>
                  <a:srgbClr val="00B0F0"/>
                </a:solidFill>
              </a:rPr>
              <a:t>DISPLAYS</a:t>
            </a:r>
            <a:endParaRPr lang="en-IN" sz="4800" b="1">
              <a:solidFill>
                <a:srgbClr val="00B0F0"/>
              </a:solidFill>
              <a:ea typeface="Source Sans Pro"/>
            </a:endParaRPr>
          </a:p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DFBC63-2C9A-12C0-8C6E-94AB5F00AC26}"/>
              </a:ext>
            </a:extLst>
          </p:cNvPr>
          <p:cNvSpPr txBox="1"/>
          <p:nvPr/>
        </p:nvSpPr>
        <p:spPr>
          <a:xfrm>
            <a:off x="3054970" y="434839"/>
            <a:ext cx="1828800" cy="182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2B6289-73ED-5E40-12E9-B5238C2DBFB1}"/>
              </a:ext>
            </a:extLst>
          </p:cNvPr>
          <p:cNvSpPr txBox="1"/>
          <p:nvPr/>
        </p:nvSpPr>
        <p:spPr>
          <a:xfrm>
            <a:off x="3054970" y="892288"/>
            <a:ext cx="1828800" cy="182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004483-A6C4-30A1-CAA6-C10FB0E9E5BF}"/>
              </a:ext>
            </a:extLst>
          </p:cNvPr>
          <p:cNvSpPr txBox="1"/>
          <p:nvPr/>
        </p:nvSpPr>
        <p:spPr>
          <a:xfrm>
            <a:off x="903230" y="1661899"/>
            <a:ext cx="4977441" cy="230832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2400"/>
              <a:t>Each pixel produces its own light.</a:t>
            </a:r>
            <a:endParaRPr lang="en-IN" sz="2400">
              <a:ea typeface="Source Sans Pro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40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2400"/>
              <a:t>No backlight needed</a:t>
            </a:r>
            <a:endParaRPr lang="en-IN" sz="2400">
              <a:ea typeface="Source Sans Pro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40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2400"/>
              <a:t>Deeper blacks, higher contrast and vibrant </a:t>
            </a:r>
            <a:r>
              <a:rPr lang="en-IN" sz="2400" err="1"/>
              <a:t>colors</a:t>
            </a:r>
            <a:endParaRPr lang="en-US" sz="2400">
              <a:ea typeface="Source Sans Pro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E32FD6D-2420-9622-7D85-0A8DBC6345D5}"/>
              </a:ext>
            </a:extLst>
          </p:cNvPr>
          <p:cNvSpPr/>
          <p:nvPr/>
        </p:nvSpPr>
        <p:spPr>
          <a:xfrm>
            <a:off x="903230" y="4739834"/>
            <a:ext cx="3454043" cy="1529389"/>
          </a:xfrm>
          <a:prstGeom prst="roundRect">
            <a:avLst/>
          </a:prstGeom>
          <a:solidFill>
            <a:schemeClr val="bg2"/>
          </a:solidFill>
          <a:ln>
            <a:solidFill>
              <a:srgbClr val="4E9DB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71157C7-CDBD-2CF7-99D4-8A2E35C98722}"/>
              </a:ext>
            </a:extLst>
          </p:cNvPr>
          <p:cNvSpPr txBox="1"/>
          <p:nvPr/>
        </p:nvSpPr>
        <p:spPr>
          <a:xfrm>
            <a:off x="1131137" y="4916194"/>
            <a:ext cx="2978989" cy="163121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l"/>
            <a:r>
              <a:rPr lang="en-IN" sz="2400" b="1">
                <a:solidFill>
                  <a:srgbClr val="FF0000"/>
                </a:solidFill>
              </a:rPr>
              <a:t>Example</a:t>
            </a:r>
            <a:r>
              <a:rPr lang="en-IN" sz="2400"/>
              <a:t>:</a:t>
            </a:r>
            <a:endParaRPr lang="en-IN" sz="2400">
              <a:ea typeface="Source Sans Pro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2400"/>
              <a:t>Smartphones</a:t>
            </a:r>
            <a:endParaRPr lang="en-IN" sz="2400">
              <a:ea typeface="Source Sans Pro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2400"/>
              <a:t>Premium TVs</a:t>
            </a:r>
            <a:endParaRPr lang="en-IN" sz="2400">
              <a:ea typeface="Source Sans Pro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2800">
              <a:ea typeface="Source Sans Pro"/>
            </a:endParaRPr>
          </a:p>
        </p:txBody>
      </p:sp>
    </p:spTree>
    <p:extLst>
      <p:ext uri="{BB962C8B-B14F-4D97-AF65-F5344CB8AC3E}">
        <p14:creationId xmlns:p14="http://schemas.microsoft.com/office/powerpoint/2010/main" val="3057264770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0974AAD-A4BB-41D4-A6BB-37D8DC15E3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C05631E-6188-6F18-AC94-22DB242D63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7503" y="388800"/>
            <a:ext cx="4420696" cy="5735462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5BCDAFD-E109-10E5-9C56-BDE977405C36}"/>
              </a:ext>
            </a:extLst>
          </p:cNvPr>
          <p:cNvSpPr txBox="1"/>
          <p:nvPr/>
        </p:nvSpPr>
        <p:spPr>
          <a:xfrm>
            <a:off x="340519" y="486785"/>
            <a:ext cx="4281577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4800" b="1">
                <a:ea typeface="Source Sans Pro"/>
              </a:rPr>
              <a:t>Proje</a:t>
            </a:r>
            <a:r>
              <a:rPr lang="en-US" sz="4800" b="1">
                <a:solidFill>
                  <a:srgbClr val="00B0F0"/>
                </a:solidFill>
                <a:ea typeface="Source Sans Pro"/>
              </a:rPr>
              <a:t>ctors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A4DA4C-B8AF-A9CD-995F-80A6E3530F85}"/>
              </a:ext>
            </a:extLst>
          </p:cNvPr>
          <p:cNvSpPr txBox="1"/>
          <p:nvPr/>
        </p:nvSpPr>
        <p:spPr>
          <a:xfrm>
            <a:off x="335599" y="1593203"/>
            <a:ext cx="4698520" cy="30469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2400">
                <a:ea typeface="Source Sans Pro"/>
              </a:rPr>
              <a:t>Uses light source and lens to project an image onto separate surfaces.</a:t>
            </a:r>
          </a:p>
          <a:p>
            <a:pPr marL="342900" indent="-342900">
              <a:buFont typeface="Arial"/>
              <a:buChar char="•"/>
            </a:pPr>
            <a:endParaRPr lang="en-US" sz="2400">
              <a:ea typeface="Source Sans Pro"/>
            </a:endParaRPr>
          </a:p>
          <a:p>
            <a:pPr marL="342900" indent="-342900">
              <a:buFont typeface="Arial"/>
              <a:buChar char="•"/>
            </a:pPr>
            <a:r>
              <a:rPr lang="en-US" sz="2400">
                <a:ea typeface="Source Sans Pro"/>
              </a:rPr>
              <a:t>Can display larger images.</a:t>
            </a:r>
          </a:p>
          <a:p>
            <a:pPr marL="342900" indent="-342900">
              <a:buFont typeface="Arial"/>
              <a:buChar char="•"/>
            </a:pPr>
            <a:endParaRPr lang="en-US" sz="2400">
              <a:ea typeface="Source Sans Pro"/>
            </a:endParaRPr>
          </a:p>
          <a:p>
            <a:pPr marL="342900" indent="-342900">
              <a:buFont typeface="Arial"/>
              <a:buChar char="•"/>
            </a:pPr>
            <a:r>
              <a:rPr lang="en-US" sz="2400">
                <a:ea typeface="Source Sans Pro"/>
              </a:rPr>
              <a:t>Common in classrooms, cinemas and conference rooms.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71793C-A9E0-08D2-5A64-0EDDF35A9A12}"/>
              </a:ext>
            </a:extLst>
          </p:cNvPr>
          <p:cNvSpPr txBox="1"/>
          <p:nvPr/>
        </p:nvSpPr>
        <p:spPr>
          <a:xfrm>
            <a:off x="627684" y="5328249"/>
            <a:ext cx="442535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400" b="1">
                <a:solidFill>
                  <a:srgbClr val="FF0000"/>
                </a:solidFill>
                <a:ea typeface="Source Sans Pro"/>
              </a:rPr>
              <a:t>Examples:</a:t>
            </a:r>
          </a:p>
          <a:p>
            <a:r>
              <a:rPr lang="en-US" sz="2400" b="1">
                <a:ea typeface="Source Sans Pro"/>
              </a:rPr>
              <a:t>Classrooms, cinemas and offices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6D655A2-08EF-09FF-C90A-982198384439}"/>
              </a:ext>
            </a:extLst>
          </p:cNvPr>
          <p:cNvSpPr/>
          <p:nvPr/>
        </p:nvSpPr>
        <p:spPr>
          <a:xfrm>
            <a:off x="501226" y="5253615"/>
            <a:ext cx="4112116" cy="1326486"/>
          </a:xfrm>
          <a:prstGeom prst="roundRect">
            <a:avLst/>
          </a:prstGeom>
          <a:noFill/>
          <a:ln>
            <a:solidFill>
              <a:srgbClr val="4E9DB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249691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A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E5F699B-1FD7-42F5-F189-36631585FF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"/>
            <a:ext cx="12186729" cy="6858001"/>
          </a:xfrm>
          <a:prstGeom prst="rect">
            <a:avLst/>
          </a:prstGeom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4DD3058-9B17-3B2F-2A9B-FAB831683795}"/>
              </a:ext>
            </a:extLst>
          </p:cNvPr>
          <p:cNvSpPr/>
          <p:nvPr/>
        </p:nvSpPr>
        <p:spPr>
          <a:xfrm>
            <a:off x="8095990" y="5266012"/>
            <a:ext cx="3384678" cy="1335139"/>
          </a:xfrm>
          <a:prstGeom prst="roundRect">
            <a:avLst/>
          </a:prstGeom>
          <a:solidFill>
            <a:srgbClr val="030F2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590651A-95E3-4B75-4485-38CF4611B0EC}"/>
              </a:ext>
            </a:extLst>
          </p:cNvPr>
          <p:cNvSpPr/>
          <p:nvPr/>
        </p:nvSpPr>
        <p:spPr>
          <a:xfrm>
            <a:off x="4401010" y="5266013"/>
            <a:ext cx="3384678" cy="1335139"/>
          </a:xfrm>
          <a:prstGeom prst="roundRect">
            <a:avLst/>
          </a:prstGeom>
          <a:solidFill>
            <a:srgbClr val="030F2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277BF20-6AA3-BE98-74A5-7F8E8EA4DF67}"/>
              </a:ext>
            </a:extLst>
          </p:cNvPr>
          <p:cNvSpPr/>
          <p:nvPr/>
        </p:nvSpPr>
        <p:spPr>
          <a:xfrm>
            <a:off x="878557" y="5266013"/>
            <a:ext cx="3384678" cy="1335139"/>
          </a:xfrm>
          <a:prstGeom prst="roundRect">
            <a:avLst/>
          </a:prstGeom>
          <a:solidFill>
            <a:srgbClr val="030F26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510D50-43F9-4B9A-1173-E7B5403C2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14D2D-B1AF-4197-82D6-FC1F8BD05681}" type="datetime2">
              <a:rPr lang="en-US" smtClean="0"/>
              <a:t>Saturday, October 24, 2026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B6781CF-961F-5108-B7B8-DF50C9EA96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683" y="1164702"/>
            <a:ext cx="10602284" cy="393912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DC7C22B-DF95-8453-BFAC-28D8AD588AF4}"/>
              </a:ext>
            </a:extLst>
          </p:cNvPr>
          <p:cNvSpPr txBox="1"/>
          <p:nvPr/>
        </p:nvSpPr>
        <p:spPr>
          <a:xfrm>
            <a:off x="4599979" y="5469380"/>
            <a:ext cx="4468483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>
                <a:latin typeface="Aptos Display"/>
              </a:rPr>
              <a:t>Separate backlight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9BD71E-5992-868F-A56B-B1E910E8032C}"/>
              </a:ext>
            </a:extLst>
          </p:cNvPr>
          <p:cNvSpPr txBox="1"/>
          <p:nvPr/>
        </p:nvSpPr>
        <p:spPr>
          <a:xfrm>
            <a:off x="1158866" y="5464118"/>
            <a:ext cx="2843841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>
                <a:latin typeface="Aptos Display"/>
              </a:rPr>
              <a:t>Smaller backlight LEDs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CF6D6DC-6487-CE74-714E-711F6054BB04}"/>
              </a:ext>
            </a:extLst>
          </p:cNvPr>
          <p:cNvSpPr txBox="1"/>
          <p:nvPr/>
        </p:nvSpPr>
        <p:spPr>
          <a:xfrm>
            <a:off x="8272760" y="5470727"/>
            <a:ext cx="3591464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>
                <a:latin typeface="Aptos Display"/>
              </a:rPr>
              <a:t>Self emitting pixels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31931F2-F6EB-8CAE-232B-E8B34684BF6A}"/>
              </a:ext>
            </a:extLst>
          </p:cNvPr>
          <p:cNvSpPr txBox="1"/>
          <p:nvPr/>
        </p:nvSpPr>
        <p:spPr>
          <a:xfrm>
            <a:off x="877486" y="208630"/>
            <a:ext cx="10981425" cy="95208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5400" b="1">
                <a:latin typeface="Aptos Display"/>
              </a:rPr>
              <a:t>Comparison of </a:t>
            </a:r>
            <a:r>
              <a:rPr lang="en-US" sz="5400" b="1">
                <a:solidFill>
                  <a:srgbClr val="4E9DBA"/>
                </a:solidFill>
                <a:latin typeface="Aptos Display"/>
              </a:rPr>
              <a:t>display technologies</a:t>
            </a:r>
          </a:p>
        </p:txBody>
      </p:sp>
    </p:spTree>
    <p:extLst>
      <p:ext uri="{BB962C8B-B14F-4D97-AF65-F5344CB8AC3E}">
        <p14:creationId xmlns:p14="http://schemas.microsoft.com/office/powerpoint/2010/main" val="1230493376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C396E8-EE8E-A9CD-77A2-FA74E246F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14D2D-B1AF-4197-82D6-FC1F8BD05681}" type="datetime2">
              <a:rPr lang="en-US" smtClean="0"/>
              <a:t>Saturday, October 24, 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B17926-5D1E-DF23-F611-BB99A58BC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1618C2-6216-F318-A917-A6BA4A445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09695-DEC3-40DA-9DF5-330280C9D0E8}" type="slidenum">
              <a:rPr lang="en-US" smtClean="0"/>
              <a:t>10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429EA9-1928-1FFF-07DF-40D0F8E8C0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3132" y="0"/>
            <a:ext cx="12275181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6A8E372-CCCC-8794-2BEF-5EDDC90BAF2D}"/>
              </a:ext>
            </a:extLst>
          </p:cNvPr>
          <p:cNvSpPr txBox="1"/>
          <p:nvPr/>
        </p:nvSpPr>
        <p:spPr>
          <a:xfrm>
            <a:off x="1887643" y="2048431"/>
            <a:ext cx="8411338" cy="1938992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ctr"/>
            <a:r>
              <a:rPr lang="en-IN" sz="6000" b="1">
                <a:latin typeface="Aptos Display"/>
              </a:rPr>
              <a:t>Emerging and Advanced </a:t>
            </a:r>
            <a:r>
              <a:rPr lang="en-IN" sz="6000" b="1">
                <a:solidFill>
                  <a:srgbClr val="4E9DBA"/>
                </a:solidFill>
                <a:latin typeface="Aptos Display"/>
              </a:rPr>
              <a:t>Technologies</a:t>
            </a:r>
            <a:endParaRPr lang="en-US" sz="6000" b="1">
              <a:solidFill>
                <a:srgbClr val="4E9DBA"/>
              </a:solidFill>
              <a:latin typeface="Aptos Display"/>
            </a:endParaRPr>
          </a:p>
        </p:txBody>
      </p:sp>
    </p:spTree>
    <p:extLst>
      <p:ext uri="{BB962C8B-B14F-4D97-AF65-F5344CB8AC3E}">
        <p14:creationId xmlns:p14="http://schemas.microsoft.com/office/powerpoint/2010/main" val="29566943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0AA1D28-5D1E-5273-6EBA-1540AC9CE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14D2D-B1AF-4197-82D6-FC1F8BD05681}" type="datetime2">
              <a:rPr lang="en-US" smtClean="0"/>
              <a:t>Saturday, October 24, 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E599DB-EA66-5C3A-D77A-22AFB78FE1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250695-CBB4-B462-4D3F-E5BD8334D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09695-DEC3-40DA-9DF5-330280C9D0E8}" type="slidenum">
              <a:rPr lang="en-US" smtClean="0"/>
              <a:t>11</a:t>
            </a:fld>
            <a:endParaRPr lang="en-US"/>
          </a:p>
        </p:txBody>
      </p:sp>
      <p:sp>
        <p:nvSpPr>
          <p:cNvPr id="8" name="Rectangle: Top Corners Snipped 7">
            <a:extLst>
              <a:ext uri="{FF2B5EF4-FFF2-40B4-BE49-F238E27FC236}">
                <a16:creationId xmlns:a16="http://schemas.microsoft.com/office/drawing/2014/main" id="{3C580572-1558-DB21-8C56-51EFA1EBA97F}"/>
              </a:ext>
            </a:extLst>
          </p:cNvPr>
          <p:cNvSpPr/>
          <p:nvPr/>
        </p:nvSpPr>
        <p:spPr>
          <a:xfrm rot="10800000">
            <a:off x="-1957" y="4589"/>
            <a:ext cx="12200626" cy="1331343"/>
          </a:xfrm>
          <a:prstGeom prst="snip2SameRect">
            <a:avLst/>
          </a:prstGeom>
          <a:solidFill>
            <a:srgbClr val="030F26"/>
          </a:solidFill>
          <a:ln>
            <a:noFill/>
          </a:ln>
          <a:effectLst>
            <a:outerShdw blurRad="63500" dist="38100" dir="270000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Top Corners Snipped 8">
            <a:extLst>
              <a:ext uri="{FF2B5EF4-FFF2-40B4-BE49-F238E27FC236}">
                <a16:creationId xmlns:a16="http://schemas.microsoft.com/office/drawing/2014/main" id="{65AFE425-E2C0-4C48-54D3-D98DF713D217}"/>
              </a:ext>
            </a:extLst>
          </p:cNvPr>
          <p:cNvSpPr/>
          <p:nvPr/>
        </p:nvSpPr>
        <p:spPr>
          <a:xfrm>
            <a:off x="-1957" y="5525495"/>
            <a:ext cx="12200626" cy="1331343"/>
          </a:xfrm>
          <a:prstGeom prst="snip2SameRect">
            <a:avLst/>
          </a:prstGeom>
          <a:solidFill>
            <a:srgbClr val="030F2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7D257F0-3523-2B99-F3FB-BA5FB234CDB3}"/>
              </a:ext>
            </a:extLst>
          </p:cNvPr>
          <p:cNvGrpSpPr/>
          <p:nvPr/>
        </p:nvGrpSpPr>
        <p:grpSpPr>
          <a:xfrm>
            <a:off x="3634971" y="1708577"/>
            <a:ext cx="20346434" cy="3039750"/>
            <a:chOff x="3045500" y="1708577"/>
            <a:chExt cx="20346434" cy="3039750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CE8931E6-23BA-892D-AF27-884171A09F6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45500" y="1709432"/>
              <a:ext cx="4654766" cy="3031721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>
              <a:reflection blurRad="12700" stA="38000" endPos="28000" dist="5000" dir="5400000" sy="-100000" algn="bl" rotWithShape="0"/>
            </a:effectLst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C567EFBB-1FBB-3C2C-D18B-5D1640413B2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663864" y="1710954"/>
              <a:ext cx="4649753" cy="3030838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>
              <a:reflection blurRad="12700" stA="38000" endPos="28000" dist="5000" dir="5400000" sy="-100000" algn="bl" rotWithShape="0"/>
            </a:effectLst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7F36A54A-42FA-8D11-75F0-B483A5E28A8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738344" y="1708577"/>
              <a:ext cx="4653590" cy="3039426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>
              <a:reflection blurRad="12700" stA="38000" endPos="28000" dist="5000" dir="5400000" sy="-100000" algn="bl" rotWithShape="0"/>
            </a:effectLst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36D1CF15-5AFA-1268-DD50-2D576101E45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75232" y="1712711"/>
              <a:ext cx="4666275" cy="3035616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>
              <a:reflection blurRad="12700" stA="38000" endPos="28000" dist="5000" dir="5400000" sy="-100000" algn="bl" rotWithShape="0"/>
            </a:effectLst>
          </p:spPr>
        </p:pic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807B8BB1-1FC9-798A-C211-5AD26BA1A08C}"/>
              </a:ext>
            </a:extLst>
          </p:cNvPr>
          <p:cNvSpPr txBox="1"/>
          <p:nvPr/>
        </p:nvSpPr>
        <p:spPr>
          <a:xfrm>
            <a:off x="2721528" y="5720008"/>
            <a:ext cx="5868984" cy="95410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IN" sz="2800">
                <a:latin typeface="Aptos Display"/>
              </a:rPr>
              <a:t>Tiny LEDs that produce their own light; offers high brightness and contrast</a:t>
            </a:r>
            <a:r>
              <a:rPr lang="en-IN"/>
              <a:t>.</a:t>
            </a:r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6E02AF3-309B-4F66-14F5-F6D87ECDC566}"/>
              </a:ext>
            </a:extLst>
          </p:cNvPr>
          <p:cNvSpPr txBox="1"/>
          <p:nvPr/>
        </p:nvSpPr>
        <p:spPr>
          <a:xfrm>
            <a:off x="4253408" y="216460"/>
            <a:ext cx="4209690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6000" b="1">
                <a:latin typeface="Aptos Display"/>
              </a:rPr>
              <a:t>MicroLED</a:t>
            </a:r>
          </a:p>
        </p:txBody>
      </p:sp>
    </p:spTree>
    <p:extLst>
      <p:ext uri="{BB962C8B-B14F-4D97-AF65-F5344CB8AC3E}">
        <p14:creationId xmlns:p14="http://schemas.microsoft.com/office/powerpoint/2010/main" val="7088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0">
        <p159:morph option="byObject"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B53DDB-C227-7650-8F08-6B053EFF5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1E54D76-108F-23D2-67F6-060B945811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14D2D-B1AF-4197-82D6-FC1F8BD05681}" type="datetime2">
              <a:rPr lang="en-US" smtClean="0"/>
              <a:t>Saturday, October 24, 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3A77D9-C8B5-6867-BAF6-CF44BCA39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D162D5-9EEC-8D87-CB15-4AF89A35E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09695-DEC3-40DA-9DF5-330280C9D0E8}" type="slidenum">
              <a:rPr lang="en-US" smtClean="0"/>
              <a:t>12</a:t>
            </a:fld>
            <a:endParaRPr lang="en-US"/>
          </a:p>
        </p:txBody>
      </p:sp>
      <p:sp>
        <p:nvSpPr>
          <p:cNvPr id="8" name="Rectangle: Top Corners Snipped 7">
            <a:extLst>
              <a:ext uri="{FF2B5EF4-FFF2-40B4-BE49-F238E27FC236}">
                <a16:creationId xmlns:a16="http://schemas.microsoft.com/office/drawing/2014/main" id="{55C8C137-BF8C-6419-49EE-248C1C883C2C}"/>
              </a:ext>
            </a:extLst>
          </p:cNvPr>
          <p:cNvSpPr/>
          <p:nvPr/>
        </p:nvSpPr>
        <p:spPr>
          <a:xfrm rot="10800000">
            <a:off x="-1957" y="4589"/>
            <a:ext cx="12200626" cy="1331343"/>
          </a:xfrm>
          <a:prstGeom prst="snip2SameRect">
            <a:avLst/>
          </a:prstGeom>
          <a:solidFill>
            <a:srgbClr val="030F2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Top Corners Snipped 8">
            <a:extLst>
              <a:ext uri="{FF2B5EF4-FFF2-40B4-BE49-F238E27FC236}">
                <a16:creationId xmlns:a16="http://schemas.microsoft.com/office/drawing/2014/main" id="{4E85C182-B254-00B7-326E-EB2C0AC6D59D}"/>
              </a:ext>
            </a:extLst>
          </p:cNvPr>
          <p:cNvSpPr/>
          <p:nvPr/>
        </p:nvSpPr>
        <p:spPr>
          <a:xfrm>
            <a:off x="-1957" y="5525495"/>
            <a:ext cx="12200626" cy="1331343"/>
          </a:xfrm>
          <a:prstGeom prst="snip2SameRect">
            <a:avLst/>
          </a:prstGeom>
          <a:solidFill>
            <a:srgbClr val="030F2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D287ECC-CA7C-5A49-02D0-2ABDE1CBEC76}"/>
              </a:ext>
            </a:extLst>
          </p:cNvPr>
          <p:cNvGrpSpPr/>
          <p:nvPr/>
        </p:nvGrpSpPr>
        <p:grpSpPr>
          <a:xfrm>
            <a:off x="-1526500" y="1909860"/>
            <a:ext cx="20346434" cy="3039750"/>
            <a:chOff x="3045500" y="1708577"/>
            <a:chExt cx="20346434" cy="3039750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FD5B8B81-94D5-A0ED-3BA1-2C7BEEE766E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45500" y="1709432"/>
              <a:ext cx="4654766" cy="3031721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>
              <a:reflection blurRad="12700" stA="38000" endPos="28000" dist="5000" dir="5400000" sy="-100000" algn="bl" rotWithShape="0"/>
            </a:effectLst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5110461E-8CC0-CDF2-FF1E-F90EE3A44D2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663864" y="1710954"/>
              <a:ext cx="4649753" cy="3030838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>
              <a:reflection blurRad="12700" stA="38000" endPos="28000" dist="5000" dir="5400000" sy="-100000" algn="bl" rotWithShape="0"/>
            </a:effectLst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19B70924-7037-EA78-4898-456EACEA290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738344" y="1708577"/>
              <a:ext cx="4653590" cy="3039426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>
              <a:reflection blurRad="12700" stA="38000" endPos="28000" dist="5000" dir="5400000" sy="-100000" algn="bl" rotWithShape="0"/>
            </a:effectLst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0818BBD4-1A87-5121-255D-A17F6A712E8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75232" y="1712711"/>
              <a:ext cx="4666275" cy="3035616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>
              <a:reflection blurRad="12700" stA="38000" endPos="28000" dist="5000" dir="5400000" sy="-100000" algn="bl" rotWithShape="0"/>
            </a:effectLst>
          </p:spPr>
        </p:pic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71BD0EA9-4E66-8DB4-0EE4-5455F993D507}"/>
              </a:ext>
            </a:extLst>
          </p:cNvPr>
          <p:cNvSpPr txBox="1"/>
          <p:nvPr/>
        </p:nvSpPr>
        <p:spPr>
          <a:xfrm>
            <a:off x="3512283" y="5720008"/>
            <a:ext cx="5222003" cy="95410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IN"/>
              <a:t> </a:t>
            </a:r>
            <a:r>
              <a:rPr lang="en-IN" sz="2800">
                <a:latin typeface="Aptos Display"/>
              </a:rPr>
              <a:t>Screens that can bend or fold, as in foldable smartphones.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0A24AA-0C8D-62E9-F2DB-BD7878162709}"/>
              </a:ext>
            </a:extLst>
          </p:cNvPr>
          <p:cNvSpPr txBox="1"/>
          <p:nvPr/>
        </p:nvSpPr>
        <p:spPr>
          <a:xfrm>
            <a:off x="3517847" y="160172"/>
            <a:ext cx="5906218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6000" b="1">
                <a:latin typeface="Aptos Display"/>
              </a:rPr>
              <a:t>Flexible </a:t>
            </a:r>
            <a:r>
              <a:rPr lang="en-US" sz="6000" b="1">
                <a:solidFill>
                  <a:srgbClr val="4E9DBA"/>
                </a:solidFill>
                <a:latin typeface="Aptos Display"/>
              </a:rPr>
              <a:t>displays</a:t>
            </a:r>
          </a:p>
        </p:txBody>
      </p:sp>
    </p:spTree>
    <p:extLst>
      <p:ext uri="{BB962C8B-B14F-4D97-AF65-F5344CB8AC3E}">
        <p14:creationId xmlns:p14="http://schemas.microsoft.com/office/powerpoint/2010/main" val="6973306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0">
        <p159:morph option="byObject"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04340F-A8E4-A6CA-585D-A75286C32C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73644B-1CDF-AE79-F76D-F54A9F974A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14D2D-B1AF-4197-82D6-FC1F8BD05681}" type="datetime2">
              <a:rPr lang="en-US" smtClean="0"/>
              <a:t>Saturday, October 24, 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8186AC-2746-836D-AA68-35E221FBF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03C392-FF36-E230-2158-C51B2FEE8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09695-DEC3-40DA-9DF5-330280C9D0E8}" type="slidenum">
              <a:rPr lang="en-US" smtClean="0"/>
              <a:t>13</a:t>
            </a:fld>
            <a:endParaRPr lang="en-US"/>
          </a:p>
        </p:txBody>
      </p:sp>
      <p:sp>
        <p:nvSpPr>
          <p:cNvPr id="8" name="Rectangle: Top Corners Snipped 7">
            <a:extLst>
              <a:ext uri="{FF2B5EF4-FFF2-40B4-BE49-F238E27FC236}">
                <a16:creationId xmlns:a16="http://schemas.microsoft.com/office/drawing/2014/main" id="{356603F1-20D5-BDB1-C6ED-51ADE6A9DED6}"/>
              </a:ext>
            </a:extLst>
          </p:cNvPr>
          <p:cNvSpPr/>
          <p:nvPr/>
        </p:nvSpPr>
        <p:spPr>
          <a:xfrm rot="10800000">
            <a:off x="-1957" y="4589"/>
            <a:ext cx="12200626" cy="1331343"/>
          </a:xfrm>
          <a:prstGeom prst="snip2SameRect">
            <a:avLst/>
          </a:prstGeom>
          <a:solidFill>
            <a:srgbClr val="030F2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Top Corners Snipped 8">
            <a:extLst>
              <a:ext uri="{FF2B5EF4-FFF2-40B4-BE49-F238E27FC236}">
                <a16:creationId xmlns:a16="http://schemas.microsoft.com/office/drawing/2014/main" id="{CF77F932-CE41-3CA0-C040-2A3D31F62DEA}"/>
              </a:ext>
            </a:extLst>
          </p:cNvPr>
          <p:cNvSpPr/>
          <p:nvPr/>
        </p:nvSpPr>
        <p:spPr>
          <a:xfrm>
            <a:off x="-1957" y="5525495"/>
            <a:ext cx="12200626" cy="1331343"/>
          </a:xfrm>
          <a:prstGeom prst="snip2SameRect">
            <a:avLst/>
          </a:prstGeom>
          <a:solidFill>
            <a:srgbClr val="030F2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B8146DA-C5AF-D182-080B-61B773504068}"/>
              </a:ext>
            </a:extLst>
          </p:cNvPr>
          <p:cNvGrpSpPr/>
          <p:nvPr/>
        </p:nvGrpSpPr>
        <p:grpSpPr>
          <a:xfrm>
            <a:off x="-6802990" y="1909860"/>
            <a:ext cx="20346434" cy="3039750"/>
            <a:chOff x="3045500" y="1708577"/>
            <a:chExt cx="20346434" cy="3039750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ADFC7C48-C946-63BB-134A-319AD9315B5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45500" y="1709432"/>
              <a:ext cx="4654766" cy="3031721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>
              <a:reflection blurRad="12700" stA="38000" endPos="28000" dist="5000" dir="5400000" sy="-100000" algn="bl" rotWithShape="0"/>
            </a:effectLst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A4BC8BE6-1885-27D5-D2E1-D54617C9322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663864" y="1710954"/>
              <a:ext cx="4649753" cy="3030838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>
              <a:reflection blurRad="12700" stA="38000" endPos="28000" dist="5000" dir="5400000" sy="-100000" algn="bl" rotWithShape="0"/>
            </a:effectLst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8AE8A54F-85D7-FEB0-2162-4A1A066BAEB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738344" y="1708577"/>
              <a:ext cx="4653590" cy="3039426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>
              <a:reflection blurRad="12700" stA="38000" endPos="28000" dist="5000" dir="5400000" sy="-100000" algn="bl" rotWithShape="0"/>
            </a:effectLst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247E1690-E6E6-D114-4DC8-6D810284BC1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75232" y="1712711"/>
              <a:ext cx="4666275" cy="3035616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>
              <a:reflection blurRad="12700" stA="38000" endPos="28000" dist="5000" dir="5400000" sy="-100000" algn="bl" rotWithShape="0"/>
            </a:effectLst>
          </p:spPr>
        </p:pic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DB7A6FBC-7A94-A770-3AA4-A6C4A47393F1}"/>
              </a:ext>
            </a:extLst>
          </p:cNvPr>
          <p:cNvSpPr txBox="1"/>
          <p:nvPr/>
        </p:nvSpPr>
        <p:spPr>
          <a:xfrm>
            <a:off x="3656057" y="5720008"/>
            <a:ext cx="5222003" cy="95410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IN" sz="2800">
                <a:latin typeface="Aptos Display"/>
              </a:rPr>
              <a:t> Paper-like displays used in e-readers such as Kindle.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A20C89-1D42-25C2-43F0-D84C4835A746}"/>
              </a:ext>
            </a:extLst>
          </p:cNvPr>
          <p:cNvSpPr txBox="1"/>
          <p:nvPr/>
        </p:nvSpPr>
        <p:spPr>
          <a:xfrm>
            <a:off x="5202680" y="165302"/>
            <a:ext cx="2554391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6000" b="1">
                <a:solidFill>
                  <a:srgbClr val="4E9DBA"/>
                </a:solidFill>
                <a:latin typeface="Aptos Display"/>
              </a:rPr>
              <a:t>E</a:t>
            </a:r>
            <a:r>
              <a:rPr lang="en-US" sz="6000" b="1">
                <a:latin typeface="Aptos Display"/>
              </a:rPr>
              <a:t>-Ink</a:t>
            </a:r>
          </a:p>
        </p:txBody>
      </p:sp>
    </p:spTree>
    <p:extLst>
      <p:ext uri="{BB962C8B-B14F-4D97-AF65-F5344CB8AC3E}">
        <p14:creationId xmlns:p14="http://schemas.microsoft.com/office/powerpoint/2010/main" val="26406330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0">
        <p159:morph option="byObject"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C97F20-515C-5D21-723A-7C2398E0B1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F7CC9E-BB7F-55C4-0A62-7AFEA620F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14D2D-B1AF-4197-82D6-FC1F8BD05681}" type="datetime2">
              <a:rPr lang="en-US" smtClean="0"/>
              <a:t>Saturday, October 24, 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8FFC53-2CF0-E14C-E524-D1D5BD9DC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A48C5C-36F4-9828-3EF7-309F6F5F6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09695-DEC3-40DA-9DF5-330280C9D0E8}" type="slidenum">
              <a:rPr lang="en-US" smtClean="0"/>
              <a:t>14</a:t>
            </a:fld>
            <a:endParaRPr lang="en-US"/>
          </a:p>
        </p:txBody>
      </p:sp>
      <p:sp>
        <p:nvSpPr>
          <p:cNvPr id="8" name="Rectangle: Top Corners Snipped 7">
            <a:extLst>
              <a:ext uri="{FF2B5EF4-FFF2-40B4-BE49-F238E27FC236}">
                <a16:creationId xmlns:a16="http://schemas.microsoft.com/office/drawing/2014/main" id="{67DDB465-C093-CF18-5FEF-8827C465DB37}"/>
              </a:ext>
            </a:extLst>
          </p:cNvPr>
          <p:cNvSpPr/>
          <p:nvPr/>
        </p:nvSpPr>
        <p:spPr>
          <a:xfrm rot="10800000">
            <a:off x="-1957" y="4589"/>
            <a:ext cx="12200626" cy="1331343"/>
          </a:xfrm>
          <a:prstGeom prst="snip2SameRect">
            <a:avLst/>
          </a:prstGeom>
          <a:solidFill>
            <a:srgbClr val="030F2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Top Corners Snipped 8">
            <a:extLst>
              <a:ext uri="{FF2B5EF4-FFF2-40B4-BE49-F238E27FC236}">
                <a16:creationId xmlns:a16="http://schemas.microsoft.com/office/drawing/2014/main" id="{974E3C17-97CC-0849-35CA-8CB4023882E5}"/>
              </a:ext>
            </a:extLst>
          </p:cNvPr>
          <p:cNvSpPr/>
          <p:nvPr/>
        </p:nvSpPr>
        <p:spPr>
          <a:xfrm>
            <a:off x="-1957" y="5525495"/>
            <a:ext cx="12200626" cy="1331343"/>
          </a:xfrm>
          <a:prstGeom prst="snip2SameRect">
            <a:avLst/>
          </a:prstGeom>
          <a:solidFill>
            <a:srgbClr val="030F2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3CDA480-09AC-435B-B60F-111AD3D2BFC6}"/>
              </a:ext>
            </a:extLst>
          </p:cNvPr>
          <p:cNvGrpSpPr/>
          <p:nvPr/>
        </p:nvGrpSpPr>
        <p:grpSpPr>
          <a:xfrm>
            <a:off x="-11561896" y="1909860"/>
            <a:ext cx="20346434" cy="3039750"/>
            <a:chOff x="3045500" y="1708577"/>
            <a:chExt cx="20346434" cy="3039750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F6E1BB35-645F-E649-79CB-84B222C79D7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45500" y="1709432"/>
              <a:ext cx="4654766" cy="3031721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>
              <a:reflection blurRad="12700" stA="38000" endPos="28000" dist="5000" dir="5400000" sy="-100000" algn="bl" rotWithShape="0"/>
            </a:effectLst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183A5B0E-9200-E68A-65B4-B11AC54AEAC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663864" y="1710954"/>
              <a:ext cx="4649753" cy="3030838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>
              <a:reflection blurRad="12700" stA="38000" endPos="28000" dist="5000" dir="5400000" sy="-100000" algn="bl" rotWithShape="0"/>
            </a:effectLst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64B1EBF-6E0A-9346-AC9C-6EE47F311B5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738344" y="1708577"/>
              <a:ext cx="4653590" cy="3039426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>
              <a:reflection blurRad="12700" stA="38000" endPos="28000" dist="5000" dir="5400000" sy="-100000" algn="bl" rotWithShape="0"/>
            </a:effectLst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80A8906B-3F51-7ACC-CAE8-4072424D82C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75232" y="1712711"/>
              <a:ext cx="4666275" cy="3035616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>
              <a:reflection blurRad="12700" stA="38000" endPos="28000" dist="5000" dir="5400000" sy="-100000" algn="bl" rotWithShape="0"/>
            </a:effectLst>
          </p:spPr>
        </p:pic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7F07B411-EF2F-064C-398D-55BFC04C3BA8}"/>
              </a:ext>
            </a:extLst>
          </p:cNvPr>
          <p:cNvSpPr txBox="1"/>
          <p:nvPr/>
        </p:nvSpPr>
        <p:spPr>
          <a:xfrm>
            <a:off x="3167228" y="5720008"/>
            <a:ext cx="6530342" cy="95410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IN" sz="2800">
                <a:latin typeface="Aptos Display"/>
              </a:rPr>
              <a:t>Technologies that create a sense of depth; some can work without special glasses.</a:t>
            </a:r>
            <a:endParaRPr lang="en-US" sz="2800">
              <a:latin typeface="Aptos Display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DE84F8-7650-2850-3BFD-A4AD0ABB4230}"/>
              </a:ext>
            </a:extLst>
          </p:cNvPr>
          <p:cNvSpPr txBox="1"/>
          <p:nvPr/>
        </p:nvSpPr>
        <p:spPr>
          <a:xfrm>
            <a:off x="4315506" y="210587"/>
            <a:ext cx="5848709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6000" b="1">
                <a:latin typeface="Aptos Display"/>
              </a:rPr>
              <a:t>3D </a:t>
            </a:r>
            <a:r>
              <a:rPr lang="en-US" sz="6000" b="1">
                <a:solidFill>
                  <a:srgbClr val="4E9DBA"/>
                </a:solidFill>
                <a:latin typeface="Aptos Display"/>
              </a:rPr>
              <a:t>displays</a:t>
            </a:r>
          </a:p>
        </p:txBody>
      </p:sp>
    </p:spTree>
    <p:extLst>
      <p:ext uri="{BB962C8B-B14F-4D97-AF65-F5344CB8AC3E}">
        <p14:creationId xmlns:p14="http://schemas.microsoft.com/office/powerpoint/2010/main" val="35046307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0">
        <p159:morph option="byObject"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3D7A6D2-CAFE-5E25-3BBF-586E9BA053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14D2D-B1AF-4197-82D6-FC1F8BD05681}" type="datetime2">
              <a:rPr lang="en-US" smtClean="0"/>
              <a:t>Saturday, October 24, 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97344A-99C6-2F5F-6986-44B5B0920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C5C337-3747-8ED5-A92D-3183CDA83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09695-DEC3-40DA-9DF5-330280C9D0E8}" type="slidenum">
              <a:rPr lang="en-US" smtClean="0"/>
              <a:t>15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D28CCA-66E1-82C5-6BB2-8141477CE8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6378" cy="687237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3030527-9A7D-50B6-9E3B-CE1A674554AB}"/>
              </a:ext>
            </a:extLst>
          </p:cNvPr>
          <p:cNvSpPr txBox="1"/>
          <p:nvPr/>
        </p:nvSpPr>
        <p:spPr>
          <a:xfrm>
            <a:off x="437073" y="376726"/>
            <a:ext cx="8659339" cy="101566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l"/>
            <a:r>
              <a:rPr lang="en-IN" sz="6000" b="1">
                <a:latin typeface="Aptos Display"/>
              </a:rPr>
              <a:t>Key Performance</a:t>
            </a:r>
            <a:r>
              <a:rPr lang="en-IN" sz="6000" b="1">
                <a:solidFill>
                  <a:srgbClr val="4E9DBA"/>
                </a:solidFill>
                <a:latin typeface="Aptos Display"/>
              </a:rPr>
              <a:t> Metrics</a:t>
            </a:r>
            <a:endParaRPr lang="en-US" sz="6000" b="1">
              <a:solidFill>
                <a:srgbClr val="4E9DBA"/>
              </a:solidFill>
              <a:latin typeface="Aptos Display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69DEF5D-610A-2526-B00D-B010E355AFEF}"/>
              </a:ext>
            </a:extLst>
          </p:cNvPr>
          <p:cNvSpPr txBox="1"/>
          <p:nvPr/>
        </p:nvSpPr>
        <p:spPr>
          <a:xfrm>
            <a:off x="437637" y="1397743"/>
            <a:ext cx="731519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>
                <a:latin typeface="Aptos Display"/>
              </a:rPr>
              <a:t>What makes a display good?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B2ED4CA-B597-995D-4FFA-C0A51071878A}"/>
              </a:ext>
            </a:extLst>
          </p:cNvPr>
          <p:cNvGrpSpPr/>
          <p:nvPr/>
        </p:nvGrpSpPr>
        <p:grpSpPr>
          <a:xfrm>
            <a:off x="535505" y="2357847"/>
            <a:ext cx="4832077" cy="1041843"/>
            <a:chOff x="535505" y="2357847"/>
            <a:chExt cx="4832077" cy="1041843"/>
          </a:xfrm>
        </p:grpSpPr>
        <p:sp>
          <p:nvSpPr>
            <p:cNvPr id="17" name="Scroll: Horizontal 16">
              <a:extLst>
                <a:ext uri="{FF2B5EF4-FFF2-40B4-BE49-F238E27FC236}">
                  <a16:creationId xmlns:a16="http://schemas.microsoft.com/office/drawing/2014/main" id="{65BB1A51-26AE-FF76-C8D7-AAC28A9B617F}"/>
                </a:ext>
              </a:extLst>
            </p:cNvPr>
            <p:cNvSpPr/>
            <p:nvPr/>
          </p:nvSpPr>
          <p:spPr>
            <a:xfrm>
              <a:off x="541331" y="2357847"/>
              <a:ext cx="4826251" cy="1041843"/>
            </a:xfrm>
            <a:prstGeom prst="horizontalScroll">
              <a:avLst/>
            </a:prstGeom>
            <a:solidFill>
              <a:schemeClr val="tx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13E77A1F-BB23-2B91-B9E0-CA5FB92D614F}"/>
                </a:ext>
              </a:extLst>
            </p:cNvPr>
            <p:cNvSpPr txBox="1"/>
            <p:nvPr/>
          </p:nvSpPr>
          <p:spPr>
            <a:xfrm>
              <a:off x="535505" y="2532816"/>
              <a:ext cx="4008407" cy="646331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3600" b="1">
                  <a:solidFill>
                    <a:srgbClr val="030F26"/>
                  </a:solidFill>
                  <a:latin typeface="Aptos Display"/>
                </a:rPr>
                <a:t>1.Resolution</a:t>
              </a:r>
              <a:endParaRPr lang="en-US" b="1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352F6C8-767C-C651-0C27-2F2E0A732AAB}"/>
              </a:ext>
            </a:extLst>
          </p:cNvPr>
          <p:cNvGrpSpPr/>
          <p:nvPr/>
        </p:nvGrpSpPr>
        <p:grpSpPr>
          <a:xfrm>
            <a:off x="6852990" y="2343470"/>
            <a:ext cx="4826251" cy="1056220"/>
            <a:chOff x="6852990" y="2343470"/>
            <a:chExt cx="4826251" cy="1056220"/>
          </a:xfrm>
        </p:grpSpPr>
        <p:sp>
          <p:nvSpPr>
            <p:cNvPr id="22" name="Scroll: Horizontal 21">
              <a:extLst>
                <a:ext uri="{FF2B5EF4-FFF2-40B4-BE49-F238E27FC236}">
                  <a16:creationId xmlns:a16="http://schemas.microsoft.com/office/drawing/2014/main" id="{7787412B-77CE-78F2-0526-C83698E20594}"/>
                </a:ext>
              </a:extLst>
            </p:cNvPr>
            <p:cNvSpPr/>
            <p:nvPr/>
          </p:nvSpPr>
          <p:spPr>
            <a:xfrm>
              <a:off x="6852990" y="2343470"/>
              <a:ext cx="4826251" cy="1056220"/>
            </a:xfrm>
            <a:prstGeom prst="horizontalScroll">
              <a:avLst/>
            </a:prstGeom>
            <a:solidFill>
              <a:schemeClr val="tx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FF92BBF7-3A35-58E1-521E-FD802AEAFA8A}"/>
                </a:ext>
              </a:extLst>
            </p:cNvPr>
            <p:cNvSpPr txBox="1"/>
            <p:nvPr/>
          </p:nvSpPr>
          <p:spPr>
            <a:xfrm>
              <a:off x="7064135" y="2539236"/>
              <a:ext cx="4382218" cy="646331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3600" b="1">
                  <a:solidFill>
                    <a:srgbClr val="030F26"/>
                  </a:solidFill>
                  <a:latin typeface="Aptos Display"/>
                </a:rPr>
                <a:t>2. Refresh rate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8AA229B-A27D-1CCF-5C86-1D0A5DAC2A71}"/>
              </a:ext>
            </a:extLst>
          </p:cNvPr>
          <p:cNvGrpSpPr/>
          <p:nvPr/>
        </p:nvGrpSpPr>
        <p:grpSpPr>
          <a:xfrm>
            <a:off x="541330" y="3781205"/>
            <a:ext cx="4826251" cy="1027465"/>
            <a:chOff x="541330" y="3781205"/>
            <a:chExt cx="4826251" cy="1027465"/>
          </a:xfrm>
        </p:grpSpPr>
        <p:sp>
          <p:nvSpPr>
            <p:cNvPr id="23" name="Scroll: Horizontal 22">
              <a:extLst>
                <a:ext uri="{FF2B5EF4-FFF2-40B4-BE49-F238E27FC236}">
                  <a16:creationId xmlns:a16="http://schemas.microsoft.com/office/drawing/2014/main" id="{EFA18CCA-DC1D-A5CF-2820-E8C499C3AAD2}"/>
                </a:ext>
              </a:extLst>
            </p:cNvPr>
            <p:cNvSpPr/>
            <p:nvPr/>
          </p:nvSpPr>
          <p:spPr>
            <a:xfrm>
              <a:off x="541330" y="3781205"/>
              <a:ext cx="4826251" cy="1027465"/>
            </a:xfrm>
            <a:prstGeom prst="horizontalScroll">
              <a:avLst/>
            </a:prstGeom>
            <a:solidFill>
              <a:schemeClr val="tx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1F41897-B01C-3BB6-17F6-D66815DCAD60}"/>
                </a:ext>
              </a:extLst>
            </p:cNvPr>
            <p:cNvSpPr txBox="1"/>
            <p:nvPr/>
          </p:nvSpPr>
          <p:spPr>
            <a:xfrm>
              <a:off x="541798" y="3993624"/>
              <a:ext cx="4698520" cy="646331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3600" b="1">
                  <a:solidFill>
                    <a:srgbClr val="030F26"/>
                  </a:solidFill>
                  <a:latin typeface="Aptos Display"/>
                </a:rPr>
                <a:t>3. Response time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AF05AAF-CCAE-1D92-D125-09AB9F89A8FF}"/>
              </a:ext>
            </a:extLst>
          </p:cNvPr>
          <p:cNvGrpSpPr/>
          <p:nvPr/>
        </p:nvGrpSpPr>
        <p:grpSpPr>
          <a:xfrm>
            <a:off x="6852991" y="3766828"/>
            <a:ext cx="4840628" cy="1041843"/>
            <a:chOff x="6852991" y="3766828"/>
            <a:chExt cx="4840628" cy="1041843"/>
          </a:xfrm>
        </p:grpSpPr>
        <p:sp>
          <p:nvSpPr>
            <p:cNvPr id="19" name="Scroll: Horizontal 18">
              <a:extLst>
                <a:ext uri="{FF2B5EF4-FFF2-40B4-BE49-F238E27FC236}">
                  <a16:creationId xmlns:a16="http://schemas.microsoft.com/office/drawing/2014/main" id="{31F50265-26CE-C3E2-5CC6-DD85377D2E61}"/>
                </a:ext>
              </a:extLst>
            </p:cNvPr>
            <p:cNvSpPr/>
            <p:nvPr/>
          </p:nvSpPr>
          <p:spPr>
            <a:xfrm>
              <a:off x="6852991" y="3766828"/>
              <a:ext cx="4840628" cy="1041843"/>
            </a:xfrm>
            <a:prstGeom prst="horizontalScroll">
              <a:avLst/>
            </a:prstGeom>
            <a:solidFill>
              <a:schemeClr val="tx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F5A6153D-D0CC-8482-77B2-E006EF0264A5}"/>
                </a:ext>
              </a:extLst>
            </p:cNvPr>
            <p:cNvSpPr txBox="1"/>
            <p:nvPr/>
          </p:nvSpPr>
          <p:spPr>
            <a:xfrm>
              <a:off x="7042464" y="3954432"/>
              <a:ext cx="4439727" cy="646331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3600" b="1">
                  <a:solidFill>
                    <a:srgbClr val="030F26"/>
                  </a:solidFill>
                  <a:latin typeface="Aptos Display"/>
                  <a:ea typeface="Source Sans Pro"/>
                </a:rPr>
                <a:t>4. Aspect ratio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BD3D58A-1BFE-A6D1-073E-8A2645EBCA41}"/>
              </a:ext>
            </a:extLst>
          </p:cNvPr>
          <p:cNvGrpSpPr/>
          <p:nvPr/>
        </p:nvGrpSpPr>
        <p:grpSpPr>
          <a:xfrm>
            <a:off x="3790597" y="5103923"/>
            <a:ext cx="6510068" cy="1027465"/>
            <a:chOff x="3790597" y="5103923"/>
            <a:chExt cx="6510068" cy="1027465"/>
          </a:xfrm>
        </p:grpSpPr>
        <p:sp>
          <p:nvSpPr>
            <p:cNvPr id="21" name="Scroll: Horizontal 20">
              <a:extLst>
                <a:ext uri="{FF2B5EF4-FFF2-40B4-BE49-F238E27FC236}">
                  <a16:creationId xmlns:a16="http://schemas.microsoft.com/office/drawing/2014/main" id="{CDC17F65-6CEB-D8C2-9C83-26CED3812902}"/>
                </a:ext>
              </a:extLst>
            </p:cNvPr>
            <p:cNvSpPr/>
            <p:nvPr/>
          </p:nvSpPr>
          <p:spPr>
            <a:xfrm>
              <a:off x="3790615" y="5103923"/>
              <a:ext cx="5156929" cy="1027465"/>
            </a:xfrm>
            <a:prstGeom prst="horizontalScroll">
              <a:avLst/>
            </a:prstGeom>
            <a:solidFill>
              <a:schemeClr val="tx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23EB544-6F4B-A6A4-9163-E88044151CBB}"/>
                </a:ext>
              </a:extLst>
            </p:cNvPr>
            <p:cNvSpPr txBox="1"/>
            <p:nvPr/>
          </p:nvSpPr>
          <p:spPr>
            <a:xfrm>
              <a:off x="3790597" y="5291311"/>
              <a:ext cx="6510068" cy="646331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3600" b="1">
                  <a:solidFill>
                    <a:srgbClr val="030F26"/>
                  </a:solidFill>
                  <a:latin typeface="Aptos Display"/>
                </a:rPr>
                <a:t>5. Brightness and contrast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8053566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BDD961-CD84-7108-8ED8-0C604AB7B8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14D2D-B1AF-4197-82D6-FC1F8BD05681}" type="datetime2">
              <a:rPr lang="en-US" smtClean="0"/>
              <a:t>Saturday, October 24, 2026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7D797F1-6F6E-13A5-A37F-0B2EBA5102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370"/>
            <a:ext cx="12144212" cy="66881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0291C0E-28BC-7246-E180-BDB365A4D1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1623" y="3993904"/>
            <a:ext cx="3383472" cy="1946943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EEEF205-EAE9-8D6D-BAAC-F0AE8B671CD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692" y="3997703"/>
            <a:ext cx="3404124" cy="1939347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289BC88-6638-735A-A943-C82B7FF5901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172" y="920948"/>
            <a:ext cx="3384411" cy="1939346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7F1AE1C-A929-4C6D-FE79-22E6BAB4161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7353912" y="919352"/>
            <a:ext cx="3378894" cy="1942539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3333540889"/>
      </p:ext>
    </p:extLst>
  </p:cSld>
  <p:clrMapOvr>
    <a:masterClrMapping/>
  </p:clrMapOvr>
  <p:transition spd="slow">
    <p:wip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1BD2CB-4594-DC8E-D635-2E6136AEE6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543F88-3B84-A296-51C0-B23BCB8B5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14D2D-B1AF-4197-82D6-FC1F8BD05681}" type="datetime2">
              <a:rPr lang="en-US" smtClean="0"/>
              <a:t>Saturday, October 24, 2026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9C1475B-B726-3218-A2B6-513F3B1D5E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87064" cy="6858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87B172E-7B68-F787-38A0-E071A59C14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4521571" y="1048748"/>
            <a:ext cx="6096216" cy="4774878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4895D7B-C7E4-5633-3FA9-2D36B2872E14}"/>
              </a:ext>
            </a:extLst>
          </p:cNvPr>
          <p:cNvSpPr txBox="1"/>
          <p:nvPr/>
        </p:nvSpPr>
        <p:spPr>
          <a:xfrm>
            <a:off x="250164" y="1205516"/>
            <a:ext cx="3959934" cy="29238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 sz="4000" b="1">
                <a:solidFill>
                  <a:srgbClr val="4E9DBA"/>
                </a:solidFill>
                <a:latin typeface="Source Sans Pro"/>
                <a:ea typeface="Source Sans Pro"/>
                <a:cs typeface="Calibri"/>
              </a:rPr>
              <a:t>Resolution: </a:t>
            </a:r>
          </a:p>
          <a:p>
            <a:pPr algn="l"/>
            <a:r>
              <a:rPr lang="en-IN" sz="3600">
                <a:latin typeface="Source Sans Pro"/>
                <a:ea typeface="Source Sans Pro"/>
                <a:cs typeface="Calibri"/>
              </a:rPr>
              <a:t>The number of pixels used to form an image, such as Full HD or 4K.</a:t>
            </a:r>
          </a:p>
        </p:txBody>
      </p:sp>
    </p:spTree>
    <p:extLst>
      <p:ext uri="{BB962C8B-B14F-4D97-AF65-F5344CB8AC3E}">
        <p14:creationId xmlns:p14="http://schemas.microsoft.com/office/powerpoint/2010/main" val="18441932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E6E749-431C-1DF0-A86B-5CEA9F612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B76E97-7616-AFF4-413D-052A89632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14D2D-B1AF-4197-82D6-FC1F8BD05681}" type="datetime2">
              <a:rPr lang="en-US" smtClean="0"/>
              <a:t>Saturday, October 24, 2026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77EB797-4F2A-B784-AB3B-9E2A5BA2D4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77605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08506D2-2C1F-8C3B-F001-5272C14AD9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1623" y="3993904"/>
            <a:ext cx="3383472" cy="1946943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6BE0E85-E9E8-D08C-2318-4E6CACBC771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692" y="3997703"/>
            <a:ext cx="3404124" cy="1939347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EB42DDB-972F-207E-AC6B-C714A8D94A7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172" y="920948"/>
            <a:ext cx="3384411" cy="1939346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5471723-53E2-BB91-7589-3F3CECBF199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7353912" y="919352"/>
            <a:ext cx="3378894" cy="1942539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29811181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6F1A01-6813-2934-AF70-E5BB1AB27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EE2DC2C-AAB6-83E5-34F8-3750D92C1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14D2D-B1AF-4197-82D6-FC1F8BD05681}" type="datetime2">
              <a:rPr lang="en-US" smtClean="0"/>
              <a:t>Saturday, October 24, 2026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C5DFB61-8AE9-3609-57D1-C35457A968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2507E5B-5BD1-DB20-DDA7-DE9D515DA9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172" y="920948"/>
            <a:ext cx="7093769" cy="4656666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2DF0B1E-D5FA-95A3-A0A9-35941ACE6214}"/>
              </a:ext>
            </a:extLst>
          </p:cNvPr>
          <p:cNvSpPr txBox="1"/>
          <p:nvPr/>
        </p:nvSpPr>
        <p:spPr>
          <a:xfrm>
            <a:off x="7898919" y="802951"/>
            <a:ext cx="3859294" cy="375487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/>
              <a:t>
</a:t>
            </a:r>
            <a:r>
              <a:rPr lang="en-IN" sz="4000" b="1">
                <a:solidFill>
                  <a:srgbClr val="4E9DBA"/>
                </a:solidFill>
                <a:latin typeface="Source Sans Pro"/>
                <a:ea typeface="Source Sans Pro"/>
              </a:rPr>
              <a:t>Aspect ratio:</a:t>
            </a:r>
            <a:endParaRPr lang="en-US" sz="4000" b="1">
              <a:solidFill>
                <a:srgbClr val="4E9DBA"/>
              </a:solidFill>
            </a:endParaRPr>
          </a:p>
          <a:p>
            <a:r>
              <a:rPr lang="en-IN" sz="3600">
                <a:latin typeface="Source Sans Pro"/>
                <a:ea typeface="Source Sans Pro"/>
              </a:rPr>
              <a:t>The proportional relationship between screen width and height, such as 16:9.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25802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029FDA-1154-B76D-8E88-592E6D1055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100E472-1691-958D-FFB8-B9718AD21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14D2D-B1AF-4197-82D6-FC1F8BD05681}" type="datetime2">
              <a:rPr lang="en-US" smtClean="0"/>
              <a:t>Saturday, October 24, 2026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FB5E0AD-1194-8313-2A60-BC540238CA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44466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2FA55A5-5E8D-B35D-64AA-B62A6486D3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1623" y="3993904"/>
            <a:ext cx="3383472" cy="1946943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5926DC1-813B-448B-CBC0-D4CC3714D95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692" y="3997703"/>
            <a:ext cx="3404124" cy="1939347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5F6B8B6-0069-8C79-5212-CDD4E361B30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172" y="920948"/>
            <a:ext cx="3384411" cy="1939346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924FB91-B971-75AB-311F-7FBF5485FD4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7353912" y="919352"/>
            <a:ext cx="3378894" cy="1942539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15804530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A99159-1BF4-0999-2F50-406375207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0C3F4D-00A3-4F61-62D8-AD1CB6E3F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14D2D-B1AF-4197-82D6-FC1F8BD05681}" type="datetime2">
              <a:rPr lang="en-US" smtClean="0"/>
              <a:t>Saturday, October 24, 2026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A657F45-C35F-0867-9CF2-24A033A537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8780FE1-B223-784E-64D9-AF5A458521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692" y="1165364"/>
            <a:ext cx="7185369" cy="4771686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1978C18-DB17-41EE-2FA6-F8B11DA58FFC}"/>
              </a:ext>
            </a:extLst>
          </p:cNvPr>
          <p:cNvSpPr txBox="1"/>
          <p:nvPr/>
        </p:nvSpPr>
        <p:spPr>
          <a:xfrm>
            <a:off x="7942051" y="1162385"/>
            <a:ext cx="4103708" cy="375487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/>
              <a:t>
</a:t>
            </a:r>
            <a:r>
              <a:rPr lang="en-IN" sz="4000" b="1">
                <a:solidFill>
                  <a:srgbClr val="4E9DBA"/>
                </a:solidFill>
                <a:latin typeface="Source Sans Pro"/>
                <a:ea typeface="Source Sans Pro"/>
              </a:rPr>
              <a:t>Response time:</a:t>
            </a:r>
          </a:p>
          <a:p>
            <a:r>
              <a:rPr lang="en-IN" sz="3600">
                <a:latin typeface="Source Sans Pro"/>
                <a:ea typeface="Source Sans Pro"/>
              </a:rPr>
              <a:t>How often the screen refreshes or how quickly pixel changes </a:t>
            </a:r>
            <a:r>
              <a:rPr lang="en-IN" sz="3600" err="1">
                <a:latin typeface="Source Sans Pro"/>
                <a:ea typeface="Source Sans Pro"/>
              </a:rPr>
              <a:t>fro</a:t>
            </a:r>
            <a:r>
              <a:rPr lang="en-IN" sz="3600">
                <a:latin typeface="Source Sans Pro"/>
                <a:ea typeface="Source Sans Pro"/>
              </a:rPr>
              <a:t>m one state to another.</a:t>
            </a:r>
          </a:p>
        </p:txBody>
      </p:sp>
    </p:spTree>
    <p:extLst>
      <p:ext uri="{BB962C8B-B14F-4D97-AF65-F5344CB8AC3E}">
        <p14:creationId xmlns:p14="http://schemas.microsoft.com/office/powerpoint/2010/main" val="4588249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AB0B21-2B05-45EF-621B-ACDDBECC1D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910B89-87B5-0433-F025-2FE75263C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14D2D-B1AF-4197-82D6-FC1F8BD05681}" type="datetime2">
              <a:rPr lang="en-US" smtClean="0"/>
              <a:t>Saturday, October 24, 2026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9E93C4F-FF61-771B-3A16-6156D091C3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06947"/>
            <a:ext cx="12298947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BEB1647-1973-F578-84C7-2F7E449604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1623" y="3993904"/>
            <a:ext cx="3383472" cy="1946943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CCB7EC2-B67B-8DD6-2921-EAB0D8F73A8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692" y="3997703"/>
            <a:ext cx="3404124" cy="1939347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40708C2-5F9F-7B38-4EFC-5D8701354C0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172" y="920948"/>
            <a:ext cx="3384411" cy="1939346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9CE1144-CCAF-7427-1CA4-0D50FAE898A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7353912" y="919352"/>
            <a:ext cx="3378894" cy="1942539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5732676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1AE6FE-0C9F-E121-B4E8-64105ECCD5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7A53D1-F17B-3F25-0E29-7F4ED347A8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14D2D-B1AF-4197-82D6-FC1F8BD05681}" type="datetime2">
              <a:rPr lang="en-US" smtClean="0"/>
              <a:t>Saturday, October 24, 2026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5B5B4AC-396B-4CD6-F595-53621F96B3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831AEF6-F183-F756-5DCF-C9176F281E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4830" y="931526"/>
            <a:ext cx="6690265" cy="5009321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C3B6FA4-F1E6-AC79-6E71-B3144BE00FEC}"/>
              </a:ext>
            </a:extLst>
          </p:cNvPr>
          <p:cNvSpPr txBox="1"/>
          <p:nvPr/>
        </p:nvSpPr>
        <p:spPr>
          <a:xfrm>
            <a:off x="379561" y="932347"/>
            <a:ext cx="3557368" cy="437042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/>
              <a:t>
</a:t>
            </a:r>
            <a:r>
              <a:rPr lang="en-IN" sz="4000" b="1">
                <a:solidFill>
                  <a:srgbClr val="4E9DBA"/>
                </a:solidFill>
                <a:latin typeface="Source Sans Pro"/>
                <a:ea typeface="Source Sans Pro"/>
              </a:rPr>
              <a:t>Brightness and contrast:</a:t>
            </a:r>
            <a:endParaRPr lang="en-US" sz="3600">
              <a:latin typeface="Source Sans Pro"/>
              <a:ea typeface="Source Sans Pro"/>
            </a:endParaRPr>
          </a:p>
          <a:p>
            <a:r>
              <a:rPr lang="en-IN" sz="3600">
                <a:latin typeface="Source Sans Pro"/>
                <a:ea typeface="Source Sans Pro"/>
              </a:rPr>
              <a:t>How bright the display can get and how </a:t>
            </a:r>
            <a:r>
              <a:rPr lang="en-IN" sz="3600" err="1">
                <a:latin typeface="Source Sans Pro"/>
                <a:ea typeface="Source Sans Pro"/>
              </a:rPr>
              <a:t>clearly</a:t>
            </a:r>
            <a:r>
              <a:rPr lang="en-IN" sz="3600">
                <a:latin typeface="Source Sans Pro"/>
                <a:ea typeface="Source Sans Pro"/>
              </a:rPr>
              <a:t> it distinguishes light from dark.</a:t>
            </a:r>
            <a:endParaRPr lang="en-US" sz="3600">
              <a:latin typeface="Source Sans Pro"/>
              <a:ea typeface="Source Sans Pro"/>
            </a:endParaRPr>
          </a:p>
        </p:txBody>
      </p:sp>
    </p:spTree>
    <p:extLst>
      <p:ext uri="{BB962C8B-B14F-4D97-AF65-F5344CB8AC3E}">
        <p14:creationId xmlns:p14="http://schemas.microsoft.com/office/powerpoint/2010/main" val="11974028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1A1ECD8-B02E-8EBD-1C76-76531EF22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14D2D-B1AF-4197-82D6-FC1F8BD05681}" type="datetime2">
              <a:rPr lang="en-US" smtClean="0"/>
              <a:t>Saturday, October 24, 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3A008B-971E-6AED-F2BC-09F61CBD5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660F77-0072-0FE9-81B6-FD43936E1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09695-DEC3-40DA-9DF5-330280C9D0E8}" type="slidenum">
              <a:rPr lang="en-US" smtClean="0"/>
              <a:t>24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AEC587-A7F7-D479-8EBC-C46DB24044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76" y="-100643"/>
            <a:ext cx="12178279" cy="696346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1389684-B7CC-6A83-3981-12AEBBE1C2F1}"/>
              </a:ext>
            </a:extLst>
          </p:cNvPr>
          <p:cNvSpPr txBox="1"/>
          <p:nvPr/>
        </p:nvSpPr>
        <p:spPr>
          <a:xfrm>
            <a:off x="1500996" y="295707"/>
            <a:ext cx="9952006" cy="76944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IN" sz="4400" b="1">
                <a:latin typeface="Aptos Display"/>
              </a:rPr>
              <a:t>Display Interfaces and </a:t>
            </a:r>
            <a:r>
              <a:rPr lang="en-IN" sz="4400" b="1">
                <a:solidFill>
                  <a:srgbClr val="4E9DBA"/>
                </a:solidFill>
                <a:latin typeface="Aptos Display"/>
              </a:rPr>
              <a:t>Connectivity</a:t>
            </a:r>
            <a:endParaRPr lang="en-US" sz="4400" b="1">
              <a:solidFill>
                <a:srgbClr val="4E9DBA"/>
              </a:solidFill>
              <a:latin typeface="Aptos Display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4A29AF0-EA8D-AC18-78E9-2AF756508524}"/>
              </a:ext>
            </a:extLst>
          </p:cNvPr>
          <p:cNvSpPr/>
          <p:nvPr/>
        </p:nvSpPr>
        <p:spPr>
          <a:xfrm>
            <a:off x="1071129" y="1377233"/>
            <a:ext cx="4752656" cy="2348192"/>
          </a:xfrm>
          <a:prstGeom prst="roundRect">
            <a:avLst/>
          </a:prstGeom>
          <a:solidFill>
            <a:srgbClr val="030F2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07D9B6D-64E2-60F4-C00A-1D6DE93B7283}"/>
              </a:ext>
            </a:extLst>
          </p:cNvPr>
          <p:cNvSpPr/>
          <p:nvPr/>
        </p:nvSpPr>
        <p:spPr>
          <a:xfrm>
            <a:off x="6477015" y="4166441"/>
            <a:ext cx="4652015" cy="2333814"/>
          </a:xfrm>
          <a:prstGeom prst="roundRect">
            <a:avLst/>
          </a:prstGeom>
          <a:solidFill>
            <a:srgbClr val="030F2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60BDF69-0D07-37E1-B908-CCE19DCE778C}"/>
              </a:ext>
            </a:extLst>
          </p:cNvPr>
          <p:cNvSpPr/>
          <p:nvPr/>
        </p:nvSpPr>
        <p:spPr>
          <a:xfrm>
            <a:off x="6361998" y="1377232"/>
            <a:ext cx="4594504" cy="2333815"/>
          </a:xfrm>
          <a:prstGeom prst="roundRect">
            <a:avLst/>
          </a:prstGeom>
          <a:solidFill>
            <a:srgbClr val="030F2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D59F8F1-8AC8-E38D-5C07-2E4F313E940A}"/>
              </a:ext>
            </a:extLst>
          </p:cNvPr>
          <p:cNvSpPr/>
          <p:nvPr/>
        </p:nvSpPr>
        <p:spPr>
          <a:xfrm>
            <a:off x="1085506" y="4166440"/>
            <a:ext cx="4738280" cy="2420078"/>
          </a:xfrm>
          <a:prstGeom prst="roundRect">
            <a:avLst/>
          </a:prstGeom>
          <a:solidFill>
            <a:srgbClr val="030F2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C8C6869-A867-D622-CBF3-DEF0AB699D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0217" y="4413858"/>
            <a:ext cx="2909227" cy="135145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D049384-58A2-A6DD-5911-EE4E0F702A5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3953" y="1524849"/>
            <a:ext cx="2981112" cy="139290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B060591-C622-C695-FFEE-65D4D992C6C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1688" y="1524247"/>
            <a:ext cx="3024244" cy="139410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3E0662A6-D04F-06AA-EEFB-CA95E9D0A2C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5462" y="4416911"/>
            <a:ext cx="3009868" cy="134534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FA3DB8F-2936-E540-96EC-0D822A4210EB}"/>
              </a:ext>
            </a:extLst>
          </p:cNvPr>
          <p:cNvSpPr txBox="1"/>
          <p:nvPr/>
        </p:nvSpPr>
        <p:spPr>
          <a:xfrm>
            <a:off x="6365167" y="2661639"/>
            <a:ext cx="5394306" cy="98488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/>
              <a:t>
</a:t>
            </a:r>
            <a:r>
              <a:rPr lang="en-IN" sz="2000" b="1">
                <a:latin typeface="Source Sans Pro"/>
                <a:ea typeface="Source Sans Pro"/>
              </a:rPr>
              <a:t>DisplayPort:</a:t>
            </a:r>
          </a:p>
          <a:p>
            <a:r>
              <a:rPr lang="en-IN">
                <a:latin typeface="Source Sans Pro"/>
                <a:ea typeface="Source Sans Pro"/>
              </a:rPr>
              <a:t>Commonly used with computer monitors</a:t>
            </a:r>
            <a:r>
              <a:rPr lang="en-IN" sz="2000">
                <a:latin typeface="Source Sans Pro"/>
                <a:ea typeface="Source Sans Pro"/>
              </a:rPr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577B8DB-9C3E-6E0A-AFFD-BE4510C8E6C0}"/>
              </a:ext>
            </a:extLst>
          </p:cNvPr>
          <p:cNvSpPr txBox="1"/>
          <p:nvPr/>
        </p:nvSpPr>
        <p:spPr>
          <a:xfrm>
            <a:off x="1232449" y="3035449"/>
            <a:ext cx="4776080" cy="67710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 sz="2000" b="1">
                <a:latin typeface="Source Sans Pro"/>
                <a:ea typeface="Source Sans Pro"/>
              </a:rPr>
              <a:t>HDMI: </a:t>
            </a:r>
            <a:endParaRPr lang="en-US" sz="2000" b="1">
              <a:latin typeface="Source Sans Pro"/>
              <a:ea typeface="Source Sans Pro"/>
            </a:endParaRPr>
          </a:p>
          <a:p>
            <a:r>
              <a:rPr lang="en-IN">
                <a:latin typeface="Source Sans Pro"/>
                <a:ea typeface="Source Sans Pro"/>
              </a:rPr>
              <a:t>Common for TVs, PCs and consoles</a:t>
            </a:r>
            <a:r>
              <a:rPr lang="en-IN"/>
              <a:t>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593A406-DDFF-6E6B-612C-26C1BD126A7B}"/>
              </a:ext>
            </a:extLst>
          </p:cNvPr>
          <p:cNvSpPr txBox="1"/>
          <p:nvPr/>
        </p:nvSpPr>
        <p:spPr>
          <a:xfrm>
            <a:off x="6480186" y="5565864"/>
            <a:ext cx="5394306" cy="95410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/>
              <a:t>
</a:t>
            </a:r>
            <a:r>
              <a:rPr lang="en-IN" sz="2000" b="1">
                <a:latin typeface="Source Sans Pro"/>
                <a:ea typeface="Source Sans Pro"/>
              </a:rPr>
              <a:t>VGA / DVI: </a:t>
            </a:r>
            <a:endParaRPr lang="en-US" sz="2000" b="1">
              <a:latin typeface="Source Sans Pro"/>
              <a:ea typeface="Source Sans Pro"/>
            </a:endParaRPr>
          </a:p>
          <a:p>
            <a:pPr algn="l"/>
            <a:r>
              <a:rPr lang="en-IN">
                <a:latin typeface="Source Sans Pro"/>
                <a:ea typeface="Source Sans Pro"/>
              </a:rPr>
              <a:t>Older display connection standards.</a:t>
            </a:r>
            <a:endParaRPr lang="en-US">
              <a:latin typeface="Source Sans Pro"/>
              <a:ea typeface="Source Sans Pro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09EF4A2-0A63-21F0-1A9C-F8E0A6604486}"/>
              </a:ext>
            </a:extLst>
          </p:cNvPr>
          <p:cNvSpPr txBox="1"/>
          <p:nvPr/>
        </p:nvSpPr>
        <p:spPr>
          <a:xfrm>
            <a:off x="1232450" y="5565865"/>
            <a:ext cx="5394306" cy="95410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/>
              <a:t>
</a:t>
            </a:r>
            <a:r>
              <a:rPr lang="en-IN" sz="2000" b="1">
                <a:latin typeface="Source Sans Pro"/>
                <a:ea typeface="Source Sans Pro"/>
              </a:rPr>
              <a:t>USB-C / Thunderbolt: </a:t>
            </a:r>
          </a:p>
          <a:p>
            <a:pPr algn="l"/>
            <a:r>
              <a:rPr lang="en-IN">
                <a:latin typeface="Source Sans Pro"/>
                <a:ea typeface="Source Sans Pro"/>
              </a:rPr>
              <a:t>Can carry video and data, and power.</a:t>
            </a:r>
          </a:p>
        </p:txBody>
      </p:sp>
    </p:spTree>
    <p:extLst>
      <p:ext uri="{BB962C8B-B14F-4D97-AF65-F5344CB8AC3E}">
        <p14:creationId xmlns:p14="http://schemas.microsoft.com/office/powerpoint/2010/main" val="976541002"/>
      </p:ext>
    </p:extLst>
  </p:cSld>
  <p:clrMapOvr>
    <a:masterClrMapping/>
  </p:clrMapOvr>
  <p:transition spd="slow">
    <p:wip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15D41E9-2A6F-D271-08AD-C07CD8AF5F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600" y="0"/>
            <a:ext cx="121966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949EC33-2E4C-8521-AD09-38C03F6E5DCA}"/>
              </a:ext>
            </a:extLst>
          </p:cNvPr>
          <p:cNvSpPr txBox="1"/>
          <p:nvPr/>
        </p:nvSpPr>
        <p:spPr>
          <a:xfrm>
            <a:off x="2479487" y="1408853"/>
            <a:ext cx="6998897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6000" b="1">
                <a:latin typeface="Aptos Display"/>
              </a:rPr>
              <a:t>DISPLAY DEVICES I</a:t>
            </a:r>
            <a:r>
              <a:rPr lang="en-US" sz="6000" b="1">
                <a:solidFill>
                  <a:srgbClr val="00B0F0"/>
                </a:solidFill>
                <a:latin typeface="Aptos Display"/>
              </a:rPr>
              <a:t>N</a:t>
            </a:r>
            <a:endParaRPr lang="en-US">
              <a:solidFill>
                <a:srgbClr val="00B0F0"/>
              </a:solidFill>
            </a:endParaRPr>
          </a:p>
          <a:p>
            <a:pPr algn="ctr"/>
            <a:r>
              <a:rPr lang="en-US" sz="6000" b="1">
                <a:solidFill>
                  <a:srgbClr val="00B0F0"/>
                </a:solidFill>
                <a:latin typeface="Aptos Display"/>
              </a:rPr>
              <a:t>EVERYDAY LIFE</a:t>
            </a:r>
            <a:endParaRPr lang="en-US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462952"/>
      </p:ext>
    </p:extLst>
  </p:cSld>
  <p:clrMapOvr>
    <a:masterClrMapping/>
  </p:clrMapOvr>
  <p:transition spd="slow">
    <p:wip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7E6F10-550D-FB40-1065-BF29C06C1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rrow: Chevron 9">
            <a:extLst>
              <a:ext uri="{FF2B5EF4-FFF2-40B4-BE49-F238E27FC236}">
                <a16:creationId xmlns:a16="http://schemas.microsoft.com/office/drawing/2014/main" id="{D694ACD7-CD78-F8E6-4CA6-6FAFD48EEEC9}"/>
              </a:ext>
            </a:extLst>
          </p:cNvPr>
          <p:cNvSpPr/>
          <p:nvPr/>
        </p:nvSpPr>
        <p:spPr>
          <a:xfrm>
            <a:off x="10652860" y="-4694"/>
            <a:ext cx="1138216" cy="1335333"/>
          </a:xfrm>
          <a:prstGeom prst="chevron">
            <a:avLst/>
          </a:prstGeom>
          <a:solidFill>
            <a:srgbClr val="080F1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>
              <a:solidFill>
                <a:srgbClr val="002060"/>
              </a:solidFill>
              <a:ea typeface="Source Sans Pro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5A5E9AE-9604-DE4B-CE35-3ED2EECEDC7D}"/>
              </a:ext>
            </a:extLst>
          </p:cNvPr>
          <p:cNvGrpSpPr/>
          <p:nvPr/>
        </p:nvGrpSpPr>
        <p:grpSpPr>
          <a:xfrm>
            <a:off x="-431971" y="-4694"/>
            <a:ext cx="11646311" cy="6862694"/>
            <a:chOff x="-410054" y="-9682"/>
            <a:chExt cx="11306001" cy="687237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32B6E9F-B01F-EE1A-CDE1-805E9585ECCE}"/>
                </a:ext>
              </a:extLst>
            </p:cNvPr>
            <p:cNvSpPr/>
            <p:nvPr/>
          </p:nvSpPr>
          <p:spPr>
            <a:xfrm>
              <a:off x="-410054" y="-9682"/>
              <a:ext cx="11306001" cy="6872376"/>
            </a:xfrm>
            <a:prstGeom prst="rect">
              <a:avLst/>
            </a:prstGeom>
            <a:solidFill>
              <a:srgbClr val="080F1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8F6D8477-18A1-2FBA-96AB-9BE4DAC2473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16" t="10396" r="-1016" b="29051"/>
            <a:stretch>
              <a:fillRect/>
            </a:stretch>
          </p:blipFill>
          <p:spPr>
            <a:xfrm>
              <a:off x="6689893" y="270778"/>
              <a:ext cx="3717185" cy="5983064"/>
            </a:xfrm>
            <a:prstGeom prst="roundRect">
              <a:avLst>
                <a:gd name="adj" fmla="val 4167"/>
              </a:avLst>
            </a:prstGeom>
            <a:solidFill>
              <a:srgbClr val="080F1C"/>
            </a:solidFill>
            <a:ln w="76200" cap="sq">
              <a:solidFill>
                <a:srgbClr val="292929"/>
              </a:solidFill>
              <a:miter lim="800000"/>
            </a:ln>
            <a:effectLst>
              <a:reflection blurRad="12700" stA="28000" endPos="28000" dist="5000" dir="5400000" sy="-100000" algn="bl" rotWithShape="0"/>
            </a:effectLst>
            <a:scene3d>
              <a:camera prst="orthographicFront"/>
              <a:lightRig rig="threePt" dir="t">
                <a:rot lat="0" lon="0" rev="2700000"/>
              </a:lightRig>
            </a:scene3d>
            <a:sp3d>
              <a:bevelT h="38100"/>
              <a:contourClr>
                <a:srgbClr val="C0C0C0"/>
              </a:contourClr>
            </a:sp3d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88C292F-50A3-2601-08B5-72D814C79F71}"/>
                </a:ext>
              </a:extLst>
            </p:cNvPr>
            <p:cNvSpPr txBox="1"/>
            <p:nvPr/>
          </p:nvSpPr>
          <p:spPr>
            <a:xfrm>
              <a:off x="778959" y="1940473"/>
              <a:ext cx="3390181" cy="1107996"/>
            </a:xfrm>
            <a:prstGeom prst="rect">
              <a:avLst/>
            </a:prstGeom>
            <a:solidFill>
              <a:srgbClr val="080F1C"/>
            </a:solidFill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6600" b="1">
                  <a:latin typeface="Aptos Display"/>
                  <a:ea typeface="Calibri"/>
                  <a:cs typeface="Calibri"/>
                </a:rPr>
                <a:t>OFF</a:t>
              </a:r>
              <a:r>
                <a:rPr lang="en-US" sz="6600" b="1">
                  <a:solidFill>
                    <a:srgbClr val="0070C0"/>
                  </a:solidFill>
                  <a:latin typeface="Aptos Display"/>
                  <a:ea typeface="Calibri"/>
                  <a:cs typeface="Calibri"/>
                </a:rPr>
                <a:t>ICES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8FA23C76-7DE8-E16A-F6E0-CF6C238664A3}"/>
              </a:ext>
            </a:extLst>
          </p:cNvPr>
          <p:cNvSpPr txBox="1"/>
          <p:nvPr/>
        </p:nvSpPr>
        <p:spPr>
          <a:xfrm>
            <a:off x="5181600" y="5276664"/>
            <a:ext cx="1828800" cy="182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62C56F-23AD-C1D4-6C87-F0C73F840622}"/>
              </a:ext>
            </a:extLst>
          </p:cNvPr>
          <p:cNvSpPr txBox="1"/>
          <p:nvPr/>
        </p:nvSpPr>
        <p:spPr>
          <a:xfrm>
            <a:off x="967433" y="3057128"/>
            <a:ext cx="4819608" cy="120032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/>
              <a:t>Displays documents, spreadsheets and presentations.
Supports communication and data analysis.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762286"/>
      </p:ext>
    </p:extLst>
  </p:cSld>
  <p:clrMapOvr>
    <a:masterClrMapping/>
  </p:clrMapOvr>
  <p:transition spd="slow">
    <p:wip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DC0F190-36BB-BD9D-CEE1-A36A1F913A7F}"/>
              </a:ext>
            </a:extLst>
          </p:cNvPr>
          <p:cNvSpPr/>
          <p:nvPr/>
        </p:nvSpPr>
        <p:spPr>
          <a:xfrm>
            <a:off x="-202115" y="-831"/>
            <a:ext cx="11298302" cy="6852503"/>
          </a:xfrm>
          <a:prstGeom prst="rect">
            <a:avLst/>
          </a:prstGeom>
          <a:solidFill>
            <a:srgbClr val="080F1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Arrow: Chevron 5">
            <a:extLst>
              <a:ext uri="{FF2B5EF4-FFF2-40B4-BE49-F238E27FC236}">
                <a16:creationId xmlns:a16="http://schemas.microsoft.com/office/drawing/2014/main" id="{EF1B01AE-B5D7-8F79-FBFA-4507B6937C5F}"/>
              </a:ext>
            </a:extLst>
          </p:cNvPr>
          <p:cNvSpPr/>
          <p:nvPr/>
        </p:nvSpPr>
        <p:spPr>
          <a:xfrm>
            <a:off x="10595092" y="831"/>
            <a:ext cx="1018234" cy="1446488"/>
          </a:xfrm>
          <a:prstGeom prst="chevron">
            <a:avLst/>
          </a:prstGeom>
          <a:solidFill>
            <a:srgbClr val="080F1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C9993E4-463C-B658-167A-CDC40BCAD5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1" t="18251" b="18129"/>
          <a:stretch>
            <a:fillRect/>
          </a:stretch>
        </p:blipFill>
        <p:spPr>
          <a:xfrm>
            <a:off x="6638598" y="134640"/>
            <a:ext cx="3696015" cy="6220222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444499F-F148-358F-1DDF-1BB9C878DABF}"/>
              </a:ext>
            </a:extLst>
          </p:cNvPr>
          <p:cNvSpPr txBox="1"/>
          <p:nvPr/>
        </p:nvSpPr>
        <p:spPr>
          <a:xfrm>
            <a:off x="733214" y="1447319"/>
            <a:ext cx="5539625" cy="19389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6000" b="1">
                <a:latin typeface="Aptos Display"/>
                <a:ea typeface="Source Sans Pro"/>
              </a:rPr>
              <a:t>PUBLIC </a:t>
            </a:r>
            <a:r>
              <a:rPr lang="en-US" sz="6000" b="1">
                <a:solidFill>
                  <a:srgbClr val="0070C0"/>
                </a:solidFill>
                <a:latin typeface="Aptos Display"/>
                <a:ea typeface="Source Sans Pro"/>
              </a:rPr>
              <a:t>INFORMATION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E6076F-41CC-7E6E-D1A5-54D32BA18119}"/>
              </a:ext>
            </a:extLst>
          </p:cNvPr>
          <p:cNvSpPr txBox="1"/>
          <p:nvPr/>
        </p:nvSpPr>
        <p:spPr>
          <a:xfrm>
            <a:off x="472734" y="3386311"/>
            <a:ext cx="498158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/>
              <a:t>Shows directions, announcements and schedules.
Used in airports, railway stations and shopping centres.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489571"/>
      </p:ext>
    </p:extLst>
  </p:cSld>
  <p:clrMapOvr>
    <a:masterClrMapping/>
  </p:clrMapOvr>
  <p:transition spd="slow">
    <p:wip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0F5261C-6C2E-1371-4B09-08EA0D893C8D}"/>
              </a:ext>
            </a:extLst>
          </p:cNvPr>
          <p:cNvSpPr/>
          <p:nvPr/>
        </p:nvSpPr>
        <p:spPr>
          <a:xfrm>
            <a:off x="13546" y="13546"/>
            <a:ext cx="11054080" cy="6868160"/>
          </a:xfrm>
          <a:prstGeom prst="rect">
            <a:avLst/>
          </a:prstGeom>
          <a:solidFill>
            <a:srgbClr val="080F1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Arrow: Chevron 4">
            <a:extLst>
              <a:ext uri="{FF2B5EF4-FFF2-40B4-BE49-F238E27FC236}">
                <a16:creationId xmlns:a16="http://schemas.microsoft.com/office/drawing/2014/main" id="{2F42036C-0A14-DB8B-DEED-B2DF70C69355}"/>
              </a:ext>
            </a:extLst>
          </p:cNvPr>
          <p:cNvSpPr/>
          <p:nvPr/>
        </p:nvSpPr>
        <p:spPr>
          <a:xfrm>
            <a:off x="10485823" y="5560"/>
            <a:ext cx="1164757" cy="1566748"/>
          </a:xfrm>
          <a:prstGeom prst="chevron">
            <a:avLst/>
          </a:prstGeom>
          <a:solidFill>
            <a:srgbClr val="080F1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AE5AE2A-9EE0-CCB4-6FD1-0379169829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28" t="20295" r="7569" b="28084"/>
          <a:stretch>
            <a:fillRect/>
          </a:stretch>
        </p:blipFill>
        <p:spPr>
          <a:xfrm>
            <a:off x="6691976" y="224679"/>
            <a:ext cx="3580998" cy="6263352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8DEAB8C-3B21-E9C4-F2D7-FD7BEB74A25D}"/>
              </a:ext>
            </a:extLst>
          </p:cNvPr>
          <p:cNvSpPr txBox="1"/>
          <p:nvPr/>
        </p:nvSpPr>
        <p:spPr>
          <a:xfrm>
            <a:off x="441608" y="2110787"/>
            <a:ext cx="6481312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6000" b="1">
                <a:latin typeface="Aptos Display"/>
                <a:ea typeface="Source Sans Pro"/>
              </a:rPr>
              <a:t>ENTER</a:t>
            </a:r>
            <a:r>
              <a:rPr lang="en-US" sz="6000" b="1">
                <a:solidFill>
                  <a:srgbClr val="0070C0"/>
                </a:solidFill>
                <a:latin typeface="Aptos Display"/>
                <a:ea typeface="Source Sans Pro"/>
              </a:rPr>
              <a:t>TAINMENT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5FC0EBA-F2F7-8AD3-1614-F419D6DB8EC2}"/>
              </a:ext>
            </a:extLst>
          </p:cNvPr>
          <p:cNvSpPr txBox="1"/>
          <p:nvPr/>
        </p:nvSpPr>
        <p:spPr>
          <a:xfrm>
            <a:off x="609561" y="3148903"/>
            <a:ext cx="48904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/>
              <a:t>Displays films, games and streaming content.
Used in televisions, gaming monitors and cinemas.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941885"/>
      </p:ext>
    </p:extLst>
  </p:cSld>
  <p:clrMapOvr>
    <a:masterClrMapping/>
  </p:clrMapOvr>
  <p:transition spd="slow">
    <p:wip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CF521E7-2F4F-F91A-2FE8-D121F736A38B}"/>
              </a:ext>
            </a:extLst>
          </p:cNvPr>
          <p:cNvSpPr/>
          <p:nvPr/>
        </p:nvSpPr>
        <p:spPr>
          <a:xfrm>
            <a:off x="-830" y="-831"/>
            <a:ext cx="10988837" cy="6863176"/>
          </a:xfrm>
          <a:prstGeom prst="rect">
            <a:avLst/>
          </a:prstGeom>
          <a:solidFill>
            <a:srgbClr val="080F1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Arrow: Chevron 4">
            <a:extLst>
              <a:ext uri="{FF2B5EF4-FFF2-40B4-BE49-F238E27FC236}">
                <a16:creationId xmlns:a16="http://schemas.microsoft.com/office/drawing/2014/main" id="{4347E0DD-AE91-08A2-BCB5-A8AF5DFC5A46}"/>
              </a:ext>
            </a:extLst>
          </p:cNvPr>
          <p:cNvSpPr/>
          <p:nvPr/>
        </p:nvSpPr>
        <p:spPr>
          <a:xfrm>
            <a:off x="10611704" y="6454"/>
            <a:ext cx="766344" cy="1423804"/>
          </a:xfrm>
          <a:prstGeom prst="chevron">
            <a:avLst/>
          </a:prstGeom>
          <a:solidFill>
            <a:srgbClr val="080F1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C1837FA-EF3C-D817-646D-34AB728275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5" t="8313" r="24315" b="28070"/>
          <a:stretch>
            <a:fillRect/>
          </a:stretch>
        </p:blipFill>
        <p:spPr>
          <a:xfrm>
            <a:off x="6765587" y="260463"/>
            <a:ext cx="3624129" cy="6322697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CB246FA-D833-3819-62EB-BD94C570BAFF}"/>
              </a:ext>
            </a:extLst>
          </p:cNvPr>
          <p:cNvSpPr txBox="1"/>
          <p:nvPr/>
        </p:nvSpPr>
        <p:spPr>
          <a:xfrm>
            <a:off x="522121" y="1985033"/>
            <a:ext cx="5575539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6000" b="1">
                <a:latin typeface="Aptos Display"/>
                <a:ea typeface="Source Sans Pro"/>
              </a:rPr>
              <a:t>HEALTH</a:t>
            </a:r>
            <a:r>
              <a:rPr lang="en-US" sz="6000" b="1">
                <a:solidFill>
                  <a:srgbClr val="0070C0"/>
                </a:solidFill>
                <a:latin typeface="Aptos Display"/>
                <a:ea typeface="Source Sans Pro"/>
              </a:rPr>
              <a:t>CARE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EAFE98-D6D6-DBCB-13CD-2E39B5FAA537}"/>
              </a:ext>
            </a:extLst>
          </p:cNvPr>
          <p:cNvSpPr txBox="1"/>
          <p:nvPr/>
        </p:nvSpPr>
        <p:spPr>
          <a:xfrm>
            <a:off x="668290" y="3173366"/>
            <a:ext cx="438200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/>
              <a:t>Displays medical images and patient-monitoring data.
Helps healthcare professionals examine information.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251905"/>
      </p:ext>
    </p:extLst>
  </p:cSld>
  <p:clrMapOvr>
    <a:masterClrMapping/>
  </p:clrMapOvr>
  <p:transition spd="slow">
    <p:wip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218DF68-75F8-36AD-1E7F-A24D6CAAC4C0}"/>
              </a:ext>
            </a:extLst>
          </p:cNvPr>
          <p:cNvSpPr/>
          <p:nvPr/>
        </p:nvSpPr>
        <p:spPr>
          <a:xfrm>
            <a:off x="-314641" y="-3322"/>
            <a:ext cx="11363992" cy="6860427"/>
          </a:xfrm>
          <a:prstGeom prst="rect">
            <a:avLst/>
          </a:prstGeom>
          <a:solidFill>
            <a:srgbClr val="080F1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Arrow: Chevron 2">
            <a:extLst>
              <a:ext uri="{FF2B5EF4-FFF2-40B4-BE49-F238E27FC236}">
                <a16:creationId xmlns:a16="http://schemas.microsoft.com/office/drawing/2014/main" id="{1229FF89-74CB-9DFB-7353-1FAA44706B4D}"/>
              </a:ext>
            </a:extLst>
          </p:cNvPr>
          <p:cNvSpPr/>
          <p:nvPr/>
        </p:nvSpPr>
        <p:spPr>
          <a:xfrm>
            <a:off x="10520456" y="-2557"/>
            <a:ext cx="1082646" cy="1487385"/>
          </a:xfrm>
          <a:prstGeom prst="chevron">
            <a:avLst/>
          </a:prstGeom>
          <a:solidFill>
            <a:srgbClr val="080F1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718207-B01F-4920-1E61-E7FF4EB82C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834" t="926" r="-1601" b="35457"/>
          <a:stretch>
            <a:fillRect/>
          </a:stretch>
        </p:blipFill>
        <p:spPr>
          <a:xfrm>
            <a:off x="6733801" y="238900"/>
            <a:ext cx="3688680" cy="6380207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79F87D6-FCB2-8541-2F03-9548614D5D14}"/>
              </a:ext>
            </a:extLst>
          </p:cNvPr>
          <p:cNvSpPr txBox="1"/>
          <p:nvPr/>
        </p:nvSpPr>
        <p:spPr>
          <a:xfrm>
            <a:off x="448126" y="1985353"/>
            <a:ext cx="5647426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6000" b="1">
                <a:latin typeface="Aptos Display"/>
                <a:ea typeface="Source Sans Pro"/>
              </a:rPr>
              <a:t>EDUCA</a:t>
            </a:r>
            <a:r>
              <a:rPr lang="en-US" sz="6000" b="1">
                <a:solidFill>
                  <a:srgbClr val="0070C0"/>
                </a:solidFill>
                <a:latin typeface="Aptos Display"/>
                <a:ea typeface="Source Sans Pro"/>
              </a:rPr>
              <a:t>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41C568-A432-829A-B8E6-94D66F5D811F}"/>
              </a:ext>
            </a:extLst>
          </p:cNvPr>
          <p:cNvSpPr txBox="1"/>
          <p:nvPr/>
        </p:nvSpPr>
        <p:spPr>
          <a:xfrm>
            <a:off x="364945" y="3426890"/>
            <a:ext cx="478041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/>
              <a:t>Supports visual learning and classroom presentations.
Used in smart classrooms, laboratories and online learning.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701044"/>
      </p:ext>
    </p:extLst>
  </p:cSld>
  <p:clrMapOvr>
    <a:masterClrMapping/>
  </p:clrMapOvr>
  <p:transition spd="slow">
    <p:wip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B2A4517-57B5-E2C7-5387-D89D6D5EED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14D2D-B1AF-4197-82D6-FC1F8BD05681}" type="datetime2">
              <a:rPr lang="en-US" smtClean="0"/>
              <a:t>Saturday, October 24, 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20FB16-BD95-5EC5-E6CA-D6869BDFD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3DCA1E-7004-ECD0-B694-793828F3D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09695-DEC3-40DA-9DF5-330280C9D0E8}" type="slidenum">
              <a:rPr lang="en-US" smtClean="0"/>
              <a:t>31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EC877F-44B0-126F-5C6D-C8255A5F38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B84B161-196F-19F1-242B-37F09FE298C0}"/>
              </a:ext>
            </a:extLst>
          </p:cNvPr>
          <p:cNvSpPr txBox="1"/>
          <p:nvPr/>
        </p:nvSpPr>
        <p:spPr>
          <a:xfrm>
            <a:off x="1792471" y="1873955"/>
            <a:ext cx="8701827" cy="3108543"/>
          </a:xfrm>
          <a:prstGeom prst="rect">
            <a:avLst/>
          </a:prstGeom>
          <a:noFill/>
        </p:spPr>
        <p:txBody>
          <a:bodyPr wrap="square" lIns="91440" tIns="45720" rIns="91440" bIns="45720" rtlCol="0" anchor="b">
            <a:spAutoFit/>
          </a:bodyPr>
          <a:lstStyle/>
          <a:p>
            <a:pPr marL="457200" indent="-457200">
              <a:buFont typeface="Arial"/>
              <a:buChar char="•"/>
            </a:pPr>
            <a:r>
              <a:rPr lang="en-IN" sz="2800">
                <a:latin typeface="Source Sans Pro"/>
                <a:ea typeface="Source Sans Pro"/>
              </a:rPr>
              <a:t>Display devices are essential computer output devices.</a:t>
            </a:r>
            <a:endParaRPr lang="en-US" sz="2800">
              <a:latin typeface="Source Sans Pro"/>
              <a:ea typeface="Source Sans Pro"/>
            </a:endParaRPr>
          </a:p>
          <a:p>
            <a:pPr marL="457200" indent="-457200">
              <a:buFont typeface="Arial"/>
              <a:buChar char="•"/>
            </a:pPr>
            <a:r>
              <a:rPr lang="en-IN" sz="2800">
                <a:latin typeface="Source Sans Pro"/>
                <a:ea typeface="Source Sans Pro"/>
              </a:rPr>
              <a:t>Different technologies offer different features and benefits.</a:t>
            </a:r>
            <a:endParaRPr lang="en-US" sz="2800">
              <a:latin typeface="Source Sans Pro"/>
              <a:ea typeface="Source Sans Pro"/>
            </a:endParaRPr>
          </a:p>
          <a:p>
            <a:pPr marL="457200" indent="-457200">
              <a:buFont typeface="Arial"/>
              <a:buChar char="•"/>
            </a:pPr>
            <a:r>
              <a:rPr lang="en-IN" sz="2800">
                <a:latin typeface="Source Sans Pro"/>
                <a:ea typeface="Source Sans Pro"/>
              </a:rPr>
              <a:t>CRT, LCD/LED, OLED and projectors serve different purposes.</a:t>
            </a:r>
            <a:endParaRPr lang="en-US" sz="2800">
              <a:latin typeface="Source Sans Pro"/>
              <a:ea typeface="Source Sans Pro"/>
            </a:endParaRPr>
          </a:p>
          <a:p>
            <a:pPr marL="457200" indent="-457200">
              <a:buFont typeface="Arial"/>
              <a:buChar char="•"/>
            </a:pPr>
            <a:r>
              <a:rPr lang="en-IN" sz="2800">
                <a:latin typeface="Source Sans Pro"/>
                <a:ea typeface="Source Sans Pro"/>
              </a:rPr>
              <a:t>The best display depends on its intended use.</a:t>
            </a:r>
            <a:endParaRPr lang="en-US" sz="2800">
              <a:latin typeface="Source Sans Pro"/>
              <a:ea typeface="Source Sans Pro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85D48E-0423-7138-F580-9414D737A198}"/>
              </a:ext>
            </a:extLst>
          </p:cNvPr>
          <p:cNvSpPr txBox="1"/>
          <p:nvPr/>
        </p:nvSpPr>
        <p:spPr>
          <a:xfrm>
            <a:off x="1792663" y="605768"/>
            <a:ext cx="5937058" cy="110799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l"/>
            <a:r>
              <a:rPr lang="en-IN" sz="6600" b="1">
                <a:solidFill>
                  <a:srgbClr val="4E9DBA"/>
                </a:solidFill>
                <a:latin typeface="Aptos Display"/>
              </a:rPr>
              <a:t>CONCLUSION</a:t>
            </a:r>
            <a:endParaRPr lang="en-US" sz="6600" b="1">
              <a:solidFill>
                <a:srgbClr val="4E9DBA"/>
              </a:solidFill>
              <a:latin typeface="Aptos Display"/>
            </a:endParaRPr>
          </a:p>
        </p:txBody>
      </p:sp>
    </p:spTree>
    <p:extLst>
      <p:ext uri="{BB962C8B-B14F-4D97-AF65-F5344CB8AC3E}">
        <p14:creationId xmlns:p14="http://schemas.microsoft.com/office/powerpoint/2010/main" val="1823580728"/>
      </p:ext>
    </p:extLst>
  </p:cSld>
  <p:clrMapOvr>
    <a:masterClrMapping/>
  </p:clrMapOvr>
  <p:transition spd="slow">
    <p:wip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7981212-BF9A-C28A-AFA5-1389D62EC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14D2D-B1AF-4197-82D6-FC1F8BD05681}" type="datetime2">
              <a:rPr lang="en-US" smtClean="0"/>
              <a:t>Saturday, October 24, 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B67EC5-F528-AD31-E350-80FE21482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3B7259-8C41-1CD9-A8BD-3717D214B8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049403" cy="68580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B701BF-9889-F1BA-BDDE-C35007EAD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09695-DEC3-40DA-9DF5-330280C9D0E8}" type="slidenum">
              <a:rPr lang="en-US" smtClean="0"/>
              <a:t>32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1F19854-92C6-BE68-1331-8B52DC335FEF}"/>
              </a:ext>
            </a:extLst>
          </p:cNvPr>
          <p:cNvSpPr txBox="1"/>
          <p:nvPr/>
        </p:nvSpPr>
        <p:spPr>
          <a:xfrm>
            <a:off x="3161499" y="2455259"/>
            <a:ext cx="6308785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9600" b="1">
                <a:latin typeface="Aptos Display"/>
              </a:rPr>
              <a:t>THANK</a:t>
            </a:r>
            <a:r>
              <a:rPr lang="en-US" sz="9600" b="1">
                <a:solidFill>
                  <a:srgbClr val="00B0F0"/>
                </a:solidFill>
                <a:latin typeface="Aptos Display"/>
              </a:rPr>
              <a:t>YOU</a:t>
            </a:r>
          </a:p>
        </p:txBody>
      </p:sp>
    </p:spTree>
    <p:extLst>
      <p:ext uri="{BB962C8B-B14F-4D97-AF65-F5344CB8AC3E}">
        <p14:creationId xmlns:p14="http://schemas.microsoft.com/office/powerpoint/2010/main" val="297057908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Film Burn">
  <a:themeElements>
    <a:clrScheme name="Film Burn">
      <a:dk1>
        <a:srgbClr val="09090C"/>
      </a:dk1>
      <a:lt1>
        <a:sysClr val="window" lastClr="FFFFFF"/>
      </a:lt1>
      <a:dk2>
        <a:srgbClr val="000000"/>
      </a:dk2>
      <a:lt2>
        <a:srgbClr val="F9EFEC"/>
      </a:lt2>
      <a:accent1>
        <a:srgbClr val="CB49B2"/>
      </a:accent1>
      <a:accent2>
        <a:srgbClr val="7C3191"/>
      </a:accent2>
      <a:accent3>
        <a:srgbClr val="E95D48"/>
      </a:accent3>
      <a:accent4>
        <a:srgbClr val="F08E6B"/>
      </a:accent4>
      <a:accent5>
        <a:srgbClr val="D93752"/>
      </a:accent5>
      <a:accent6>
        <a:srgbClr val="EE7345"/>
      </a:accent6>
      <a:hlink>
        <a:srgbClr val="CB49B2"/>
      </a:hlink>
      <a:folHlink>
        <a:srgbClr val="E95D48"/>
      </a:folHlink>
    </a:clrScheme>
    <a:fontScheme name="Film Burn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Film Burn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lm Burn" id="{D87570FC-4836-4BB0-AAFD-165DAAA9EA26}" vid="{EE25A5E3-C8B7-4876-88F1-4A6AC5925EC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32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3" baseType="lpstr">
      <vt:lpstr>Film Burn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Nowreen Naaz</dc:creator>
  <cp:lastModifiedBy>Nowreen Naaz</cp:lastModifiedBy>
  <cp:revision>2</cp:revision>
  <dcterms:created xsi:type="dcterms:W3CDTF">2026-10-15T19:01:44Z</dcterms:created>
  <dcterms:modified xsi:type="dcterms:W3CDTF">2026-10-23T18:52:04Z</dcterms:modified>
</cp:coreProperties>
</file>